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256" r:id="rId2"/>
    <p:sldId id="257" r:id="rId3"/>
    <p:sldId id="258" r:id="rId4"/>
    <p:sldId id="259" r:id="rId5"/>
    <p:sldId id="260" r:id="rId6"/>
    <p:sldId id="261" r:id="rId7"/>
    <p:sldId id="296" r:id="rId8"/>
    <p:sldId id="262" r:id="rId9"/>
    <p:sldId id="263" r:id="rId10"/>
    <p:sldId id="264" r:id="rId11"/>
    <p:sldId id="265" r:id="rId12"/>
    <p:sldId id="266" r:id="rId13"/>
    <p:sldId id="267" r:id="rId14"/>
    <p:sldId id="299" r:id="rId15"/>
    <p:sldId id="300" r:id="rId16"/>
    <p:sldId id="301" r:id="rId17"/>
    <p:sldId id="268" r:id="rId18"/>
    <p:sldId id="269" r:id="rId19"/>
    <p:sldId id="270" r:id="rId20"/>
    <p:sldId id="272" r:id="rId21"/>
    <p:sldId id="273" r:id="rId22"/>
    <p:sldId id="276" r:id="rId23"/>
    <p:sldId id="302" r:id="rId24"/>
    <p:sldId id="279" r:id="rId25"/>
    <p:sldId id="294" r:id="rId26"/>
    <p:sldId id="280" r:id="rId27"/>
    <p:sldId id="277" r:id="rId28"/>
    <p:sldId id="284" r:id="rId29"/>
    <p:sldId id="295" r:id="rId30"/>
    <p:sldId id="285" r:id="rId31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ECE8"/>
    <a:srgbClr val="FFFFFF"/>
    <a:srgbClr val="EF3E45"/>
    <a:srgbClr val="0085FE"/>
    <a:srgbClr val="028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38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457BDF9-97E8-4D18-BAE9-9A0F84A2A129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9794AAA-8330-48C3-9C02-4F3ECA7E9D5A}">
      <dgm:prSet/>
      <dgm:spPr/>
      <dgm:t>
        <a:bodyPr/>
        <a:lstStyle/>
        <a:p>
          <a:r>
            <a:rPr lang="en-US" b="1" dirty="0">
              <a:solidFill>
                <a:srgbClr val="0285FF"/>
              </a:solidFill>
            </a:rPr>
            <a:t>SYSTEM SPECIFICATIONS</a:t>
          </a:r>
          <a:endParaRPr lang="en-US" dirty="0">
            <a:solidFill>
              <a:srgbClr val="0285FF"/>
            </a:solidFill>
          </a:endParaRPr>
        </a:p>
      </dgm:t>
    </dgm:pt>
    <dgm:pt modelId="{B8BCB51D-D701-4017-92D0-D4A4A06DB9E3}" type="parTrans" cxnId="{7F995A9F-79C0-4AD3-AF9E-E1D9BDF08127}">
      <dgm:prSet/>
      <dgm:spPr/>
      <dgm:t>
        <a:bodyPr/>
        <a:lstStyle/>
        <a:p>
          <a:endParaRPr lang="en-US"/>
        </a:p>
      </dgm:t>
    </dgm:pt>
    <dgm:pt modelId="{09AD2CBB-70F4-4EFA-B05E-E6655DD31CF9}" type="sibTrans" cxnId="{7F995A9F-79C0-4AD3-AF9E-E1D9BDF08127}">
      <dgm:prSet/>
      <dgm:spPr/>
      <dgm:t>
        <a:bodyPr/>
        <a:lstStyle/>
        <a:p>
          <a:endParaRPr lang="en-US"/>
        </a:p>
      </dgm:t>
    </dgm:pt>
    <dgm:pt modelId="{88758942-2511-4611-A2B2-2EC583C3D6CC}">
      <dgm:prSet/>
      <dgm:spPr/>
      <dgm:t>
        <a:bodyPr/>
        <a:lstStyle/>
        <a:p>
          <a:r>
            <a:rPr lang="id-ID" b="1" dirty="0"/>
            <a:t>HTML5</a:t>
          </a:r>
          <a:endParaRPr lang="en-US" dirty="0"/>
        </a:p>
      </dgm:t>
    </dgm:pt>
    <dgm:pt modelId="{64920188-F09D-4BE1-AE78-825A31D5A3B0}" type="parTrans" cxnId="{4C9302F8-DF80-431D-96F6-10E4E0814DA8}">
      <dgm:prSet/>
      <dgm:spPr/>
      <dgm:t>
        <a:bodyPr/>
        <a:lstStyle/>
        <a:p>
          <a:endParaRPr lang="en-US"/>
        </a:p>
      </dgm:t>
    </dgm:pt>
    <dgm:pt modelId="{414E3128-5745-45D9-84F6-8A79315986F8}" type="sibTrans" cxnId="{4C9302F8-DF80-431D-96F6-10E4E0814DA8}">
      <dgm:prSet/>
      <dgm:spPr/>
      <dgm:t>
        <a:bodyPr/>
        <a:lstStyle/>
        <a:p>
          <a:endParaRPr lang="en-US"/>
        </a:p>
      </dgm:t>
    </dgm:pt>
    <dgm:pt modelId="{CE368FB4-C72A-44A0-8BC4-05F44A9FCB92}">
      <dgm:prSet/>
      <dgm:spPr/>
      <dgm:t>
        <a:bodyPr/>
        <a:lstStyle/>
        <a:p>
          <a:r>
            <a:rPr lang="id-ID" b="1"/>
            <a:t>CSS3</a:t>
          </a:r>
          <a:endParaRPr lang="en-US"/>
        </a:p>
      </dgm:t>
    </dgm:pt>
    <dgm:pt modelId="{8DC087B5-2835-4E51-B278-21CABBF10CA1}" type="parTrans" cxnId="{3D84DF0A-6857-453B-9840-FA8E650FE48A}">
      <dgm:prSet/>
      <dgm:spPr/>
      <dgm:t>
        <a:bodyPr/>
        <a:lstStyle/>
        <a:p>
          <a:endParaRPr lang="en-US"/>
        </a:p>
      </dgm:t>
    </dgm:pt>
    <dgm:pt modelId="{AEFBF843-A7F7-4E04-9B87-D8128589051D}" type="sibTrans" cxnId="{3D84DF0A-6857-453B-9840-FA8E650FE48A}">
      <dgm:prSet/>
      <dgm:spPr/>
      <dgm:t>
        <a:bodyPr/>
        <a:lstStyle/>
        <a:p>
          <a:endParaRPr lang="en-US"/>
        </a:p>
      </dgm:t>
    </dgm:pt>
    <dgm:pt modelId="{90376154-7ACE-41C5-B33E-0299D806A0B9}">
      <dgm:prSet/>
      <dgm:spPr/>
      <dgm:t>
        <a:bodyPr/>
        <a:lstStyle/>
        <a:p>
          <a:r>
            <a:rPr lang="id-ID" b="1" dirty="0" err="1"/>
            <a:t>JavaScript</a:t>
          </a:r>
          <a:r>
            <a:rPr lang="id-ID" b="1" dirty="0"/>
            <a:t> </a:t>
          </a:r>
          <a:r>
            <a:rPr lang="id-ID" b="0" dirty="0"/>
            <a:t>(</a:t>
          </a:r>
          <a:r>
            <a:rPr lang="id-ID" b="0" dirty="0" err="1"/>
            <a:t>jQuery</a:t>
          </a:r>
          <a:r>
            <a:rPr lang="id-ID" b="0" dirty="0"/>
            <a:t>, </a:t>
          </a:r>
          <a:r>
            <a:rPr lang="en-US" b="0" dirty="0" err="1"/>
            <a:t>VueJS</a:t>
          </a:r>
          <a:r>
            <a:rPr lang="en-US" b="0" dirty="0"/>
            <a:t>, </a:t>
          </a:r>
          <a:r>
            <a:rPr lang="id-ID" b="0" dirty="0" err="1"/>
            <a:t>etc</a:t>
          </a:r>
          <a:r>
            <a:rPr lang="id-ID" b="0" dirty="0"/>
            <a:t>)</a:t>
          </a:r>
          <a:endParaRPr lang="en-US" b="0" dirty="0"/>
        </a:p>
      </dgm:t>
    </dgm:pt>
    <dgm:pt modelId="{4859E20F-D101-44E7-8287-0188DA728BF4}" type="parTrans" cxnId="{E188A94D-3BC5-478E-AB2D-F19A6979C73C}">
      <dgm:prSet/>
      <dgm:spPr/>
      <dgm:t>
        <a:bodyPr/>
        <a:lstStyle/>
        <a:p>
          <a:endParaRPr lang="en-US"/>
        </a:p>
      </dgm:t>
    </dgm:pt>
    <dgm:pt modelId="{F70C51E8-8865-4277-B1A8-F70A99B760E3}" type="sibTrans" cxnId="{E188A94D-3BC5-478E-AB2D-F19A6979C73C}">
      <dgm:prSet/>
      <dgm:spPr/>
      <dgm:t>
        <a:bodyPr/>
        <a:lstStyle/>
        <a:p>
          <a:endParaRPr lang="en-US"/>
        </a:p>
      </dgm:t>
    </dgm:pt>
    <dgm:pt modelId="{D41150C5-03AF-4E7F-BD7E-5BBFBDEE8A30}">
      <dgm:prSet/>
      <dgm:spPr/>
      <dgm:t>
        <a:bodyPr/>
        <a:lstStyle/>
        <a:p>
          <a:r>
            <a:rPr lang="id-ID" b="1" dirty="0"/>
            <a:t>PHP</a:t>
          </a:r>
          <a:endParaRPr lang="en-US" b="0" dirty="0"/>
        </a:p>
      </dgm:t>
    </dgm:pt>
    <dgm:pt modelId="{C204E209-44ED-4BDA-8DBC-14BD4B1206B2}" type="parTrans" cxnId="{83D01B42-6976-40CB-91A0-2054AD12C600}">
      <dgm:prSet/>
      <dgm:spPr/>
      <dgm:t>
        <a:bodyPr/>
        <a:lstStyle/>
        <a:p>
          <a:endParaRPr lang="en-US"/>
        </a:p>
      </dgm:t>
    </dgm:pt>
    <dgm:pt modelId="{D6B793F3-8FBB-42E7-965D-FC21AD97C473}" type="sibTrans" cxnId="{83D01B42-6976-40CB-91A0-2054AD12C600}">
      <dgm:prSet/>
      <dgm:spPr/>
      <dgm:t>
        <a:bodyPr/>
        <a:lstStyle/>
        <a:p>
          <a:endParaRPr lang="en-US"/>
        </a:p>
      </dgm:t>
    </dgm:pt>
    <dgm:pt modelId="{3ED4255F-9744-4BAF-AFD0-753527CD7C62}">
      <dgm:prSet/>
      <dgm:spPr/>
      <dgm:t>
        <a:bodyPr/>
        <a:lstStyle/>
        <a:p>
          <a:r>
            <a:rPr lang="id-ID" b="1" dirty="0" err="1"/>
            <a:t>Apache</a:t>
          </a:r>
          <a:r>
            <a:rPr lang="id-ID" b="1" dirty="0"/>
            <a:t> Web Server</a:t>
          </a:r>
          <a:endParaRPr lang="en-US" dirty="0"/>
        </a:p>
      </dgm:t>
    </dgm:pt>
    <dgm:pt modelId="{530665A8-4280-497A-976F-DE3EACA37E3E}" type="parTrans" cxnId="{DA0BEB1C-3CAC-4839-8B0F-771A7F726BA5}">
      <dgm:prSet/>
      <dgm:spPr/>
      <dgm:t>
        <a:bodyPr/>
        <a:lstStyle/>
        <a:p>
          <a:endParaRPr lang="en-US"/>
        </a:p>
      </dgm:t>
    </dgm:pt>
    <dgm:pt modelId="{8E0E7C50-89B9-41B2-AB6A-F439E75204E2}" type="sibTrans" cxnId="{DA0BEB1C-3CAC-4839-8B0F-771A7F726BA5}">
      <dgm:prSet/>
      <dgm:spPr/>
      <dgm:t>
        <a:bodyPr/>
        <a:lstStyle/>
        <a:p>
          <a:endParaRPr lang="en-US"/>
        </a:p>
      </dgm:t>
    </dgm:pt>
    <dgm:pt modelId="{1D15197F-F0CF-47C3-897C-D60A64538464}">
      <dgm:prSet/>
      <dgm:spPr/>
      <dgm:t>
        <a:bodyPr/>
        <a:lstStyle/>
        <a:p>
          <a:r>
            <a:rPr lang="id-ID" b="1" dirty="0" err="1"/>
            <a:t>MySQL</a:t>
          </a:r>
          <a:r>
            <a:rPr lang="en-US" b="1" dirty="0"/>
            <a:t>/MariaDB</a:t>
          </a:r>
          <a:r>
            <a:rPr lang="id-ID" b="1" dirty="0"/>
            <a:t> </a:t>
          </a:r>
          <a:r>
            <a:rPr lang="id-ID" b="1" dirty="0" err="1"/>
            <a:t>Database</a:t>
          </a:r>
          <a:endParaRPr lang="en-US" dirty="0"/>
        </a:p>
      </dgm:t>
    </dgm:pt>
    <dgm:pt modelId="{3FE87475-512C-4CC4-9C3D-87AC2049B8CA}" type="parTrans" cxnId="{375EA2D9-25BA-486F-AB1F-3D91BB215D97}">
      <dgm:prSet/>
      <dgm:spPr/>
      <dgm:t>
        <a:bodyPr/>
        <a:lstStyle/>
        <a:p>
          <a:endParaRPr lang="en-US"/>
        </a:p>
      </dgm:t>
    </dgm:pt>
    <dgm:pt modelId="{44F71E9A-94AD-4CFF-88C9-BC6BDA9ED6A4}" type="sibTrans" cxnId="{375EA2D9-25BA-486F-AB1F-3D91BB215D97}">
      <dgm:prSet/>
      <dgm:spPr/>
      <dgm:t>
        <a:bodyPr/>
        <a:lstStyle/>
        <a:p>
          <a:endParaRPr lang="en-US"/>
        </a:p>
      </dgm:t>
    </dgm:pt>
    <dgm:pt modelId="{55F03EB7-2FC3-4825-9C96-8953B13531EF}">
      <dgm:prSet/>
      <dgm:spPr/>
      <dgm:t>
        <a:bodyPr/>
        <a:lstStyle/>
        <a:p>
          <a:r>
            <a:rPr lang="id-ID" b="1" dirty="0"/>
            <a:t>CMS System </a:t>
          </a:r>
          <a:r>
            <a:rPr lang="id-ID" b="0" dirty="0"/>
            <a:t>(</a:t>
          </a:r>
          <a:r>
            <a:rPr lang="id-ID" b="0" dirty="0" err="1"/>
            <a:t>Laravel</a:t>
          </a:r>
          <a:r>
            <a:rPr lang="id-ID" b="0" dirty="0"/>
            <a:t> </a:t>
          </a:r>
          <a:r>
            <a:rPr lang="en-US" b="0" dirty="0"/>
            <a:t>framework</a:t>
          </a:r>
          <a:r>
            <a:rPr lang="id-ID" b="0" dirty="0"/>
            <a:t>)</a:t>
          </a:r>
          <a:endParaRPr lang="en-US" b="0" dirty="0"/>
        </a:p>
      </dgm:t>
    </dgm:pt>
    <dgm:pt modelId="{6FC0E224-3198-480C-94B0-E301CAC1B6EA}" type="parTrans" cxnId="{D500CFED-E096-4C3F-9EAF-8C3E07DEC262}">
      <dgm:prSet/>
      <dgm:spPr/>
      <dgm:t>
        <a:bodyPr/>
        <a:lstStyle/>
        <a:p>
          <a:endParaRPr lang="en-US"/>
        </a:p>
      </dgm:t>
    </dgm:pt>
    <dgm:pt modelId="{0C56227B-1773-40A7-9FF3-E47CD2472D65}" type="sibTrans" cxnId="{D500CFED-E096-4C3F-9EAF-8C3E07DEC262}">
      <dgm:prSet/>
      <dgm:spPr/>
      <dgm:t>
        <a:bodyPr/>
        <a:lstStyle/>
        <a:p>
          <a:endParaRPr lang="en-US"/>
        </a:p>
      </dgm:t>
    </dgm:pt>
    <dgm:pt modelId="{AF934516-E0B2-49B7-8E59-CEF1909BCDD6}">
      <dgm:prSet/>
      <dgm:spPr/>
      <dgm:t>
        <a:bodyPr/>
        <a:lstStyle/>
        <a:p>
          <a:r>
            <a:rPr lang="id-ID" b="1" dirty="0" err="1"/>
            <a:t>Responsive</a:t>
          </a:r>
          <a:r>
            <a:rPr lang="id-ID" b="1" dirty="0"/>
            <a:t> Design</a:t>
          </a:r>
          <a:endParaRPr lang="en-US" dirty="0"/>
        </a:p>
      </dgm:t>
    </dgm:pt>
    <dgm:pt modelId="{53FBB3D2-825E-40F4-A6A7-6D75C2335A0A}" type="parTrans" cxnId="{A2D595EE-F70D-454D-B577-5C05929427A9}">
      <dgm:prSet/>
      <dgm:spPr/>
      <dgm:t>
        <a:bodyPr/>
        <a:lstStyle/>
        <a:p>
          <a:endParaRPr lang="en-US"/>
        </a:p>
      </dgm:t>
    </dgm:pt>
    <dgm:pt modelId="{A452DCB4-2B8E-45A3-8C35-092E82112B12}" type="sibTrans" cxnId="{A2D595EE-F70D-454D-B577-5C05929427A9}">
      <dgm:prSet/>
      <dgm:spPr/>
      <dgm:t>
        <a:bodyPr/>
        <a:lstStyle/>
        <a:p>
          <a:endParaRPr lang="en-US"/>
        </a:p>
      </dgm:t>
    </dgm:pt>
    <dgm:pt modelId="{701EAB52-5B43-4D5B-9CDB-9C01D03CA039}">
      <dgm:prSet/>
      <dgm:spPr/>
      <dgm:t>
        <a:bodyPr/>
        <a:lstStyle/>
        <a:p>
          <a:r>
            <a:rPr lang="id-ID" b="1" dirty="0"/>
            <a:t>J</a:t>
          </a:r>
          <a:r>
            <a:rPr lang="en-US" b="1" dirty="0"/>
            <a:t>SON</a:t>
          </a:r>
          <a:r>
            <a:rPr lang="id-ID" b="1" dirty="0"/>
            <a:t> API</a:t>
          </a:r>
          <a:endParaRPr lang="en-US" dirty="0"/>
        </a:p>
      </dgm:t>
    </dgm:pt>
    <dgm:pt modelId="{5DFE4990-6A48-4410-9B38-3B84B3A31766}" type="parTrans" cxnId="{97E79E72-1E22-462A-B969-FCDBA20FCF91}">
      <dgm:prSet/>
      <dgm:spPr/>
      <dgm:t>
        <a:bodyPr/>
        <a:lstStyle/>
        <a:p>
          <a:endParaRPr lang="en-US"/>
        </a:p>
      </dgm:t>
    </dgm:pt>
    <dgm:pt modelId="{EBFCDEA3-450F-4DBA-B059-B121051FE496}" type="sibTrans" cxnId="{97E79E72-1E22-462A-B969-FCDBA20FCF91}">
      <dgm:prSet/>
      <dgm:spPr/>
      <dgm:t>
        <a:bodyPr/>
        <a:lstStyle/>
        <a:p>
          <a:endParaRPr lang="en-US"/>
        </a:p>
      </dgm:t>
    </dgm:pt>
    <dgm:pt modelId="{D0B93A10-E5F0-1541-8AD0-40CF4F9D46A1}" type="pres">
      <dgm:prSet presAssocID="{0457BDF9-97E8-4D18-BAE9-9A0F84A2A129}" presName="vert0" presStyleCnt="0">
        <dgm:presLayoutVars>
          <dgm:dir/>
          <dgm:animOne val="branch"/>
          <dgm:animLvl val="lvl"/>
        </dgm:presLayoutVars>
      </dgm:prSet>
      <dgm:spPr/>
    </dgm:pt>
    <dgm:pt modelId="{2E26D907-641D-AB4D-8E5D-FCA9F91006E1}" type="pres">
      <dgm:prSet presAssocID="{E9794AAA-8330-48C3-9C02-4F3ECA7E9D5A}" presName="thickLine" presStyleLbl="alignNode1" presStyleIdx="0" presStyleCnt="10" custLinFactNeighborX="11373"/>
      <dgm:spPr/>
    </dgm:pt>
    <dgm:pt modelId="{A3B5E2A4-BC12-754D-AB03-3C4F62DECADF}" type="pres">
      <dgm:prSet presAssocID="{E9794AAA-8330-48C3-9C02-4F3ECA7E9D5A}" presName="horz1" presStyleCnt="0"/>
      <dgm:spPr/>
    </dgm:pt>
    <dgm:pt modelId="{372173F1-96FD-5A41-A2A8-DBB6419A0672}" type="pres">
      <dgm:prSet presAssocID="{E9794AAA-8330-48C3-9C02-4F3ECA7E9D5A}" presName="tx1" presStyleLbl="revTx" presStyleIdx="0" presStyleCnt="10"/>
      <dgm:spPr/>
    </dgm:pt>
    <dgm:pt modelId="{627B5231-CF26-6A42-86F4-DB09C55B691A}" type="pres">
      <dgm:prSet presAssocID="{E9794AAA-8330-48C3-9C02-4F3ECA7E9D5A}" presName="vert1" presStyleCnt="0"/>
      <dgm:spPr/>
    </dgm:pt>
    <dgm:pt modelId="{F4DC0898-A08B-314C-A00A-B484091DAFB5}" type="pres">
      <dgm:prSet presAssocID="{88758942-2511-4611-A2B2-2EC583C3D6CC}" presName="thickLine" presStyleLbl="alignNode1" presStyleIdx="1" presStyleCnt="10"/>
      <dgm:spPr/>
    </dgm:pt>
    <dgm:pt modelId="{BF859E3A-1075-714A-9F32-AE0B13836483}" type="pres">
      <dgm:prSet presAssocID="{88758942-2511-4611-A2B2-2EC583C3D6CC}" presName="horz1" presStyleCnt="0"/>
      <dgm:spPr/>
    </dgm:pt>
    <dgm:pt modelId="{D7D68F81-4A14-9C4E-8EA5-471A3D173526}" type="pres">
      <dgm:prSet presAssocID="{88758942-2511-4611-A2B2-2EC583C3D6CC}" presName="tx1" presStyleLbl="revTx" presStyleIdx="1" presStyleCnt="10"/>
      <dgm:spPr/>
    </dgm:pt>
    <dgm:pt modelId="{E987235B-D0B9-114A-85A1-53BE02A3F881}" type="pres">
      <dgm:prSet presAssocID="{88758942-2511-4611-A2B2-2EC583C3D6CC}" presName="vert1" presStyleCnt="0"/>
      <dgm:spPr/>
    </dgm:pt>
    <dgm:pt modelId="{24458162-82A6-5147-8074-2FF57FDB0510}" type="pres">
      <dgm:prSet presAssocID="{CE368FB4-C72A-44A0-8BC4-05F44A9FCB92}" presName="thickLine" presStyleLbl="alignNode1" presStyleIdx="2" presStyleCnt="10"/>
      <dgm:spPr/>
    </dgm:pt>
    <dgm:pt modelId="{A96572D9-7D71-8449-9829-09B84EDAFC47}" type="pres">
      <dgm:prSet presAssocID="{CE368FB4-C72A-44A0-8BC4-05F44A9FCB92}" presName="horz1" presStyleCnt="0"/>
      <dgm:spPr/>
    </dgm:pt>
    <dgm:pt modelId="{27E5E677-D913-424B-A017-F2C00C3AFC2F}" type="pres">
      <dgm:prSet presAssocID="{CE368FB4-C72A-44A0-8BC4-05F44A9FCB92}" presName="tx1" presStyleLbl="revTx" presStyleIdx="2" presStyleCnt="10"/>
      <dgm:spPr/>
    </dgm:pt>
    <dgm:pt modelId="{6B6A8B00-BA16-4B46-9D38-C200CA733252}" type="pres">
      <dgm:prSet presAssocID="{CE368FB4-C72A-44A0-8BC4-05F44A9FCB92}" presName="vert1" presStyleCnt="0"/>
      <dgm:spPr/>
    </dgm:pt>
    <dgm:pt modelId="{AA0496B5-AAF7-4E45-9230-1B06E751073D}" type="pres">
      <dgm:prSet presAssocID="{90376154-7ACE-41C5-B33E-0299D806A0B9}" presName="thickLine" presStyleLbl="alignNode1" presStyleIdx="3" presStyleCnt="10"/>
      <dgm:spPr/>
    </dgm:pt>
    <dgm:pt modelId="{5EE643B7-F523-3141-BCAC-B359B620049A}" type="pres">
      <dgm:prSet presAssocID="{90376154-7ACE-41C5-B33E-0299D806A0B9}" presName="horz1" presStyleCnt="0"/>
      <dgm:spPr/>
    </dgm:pt>
    <dgm:pt modelId="{EDD9EC76-0F2A-3D49-909E-6B675C860AA5}" type="pres">
      <dgm:prSet presAssocID="{90376154-7ACE-41C5-B33E-0299D806A0B9}" presName="tx1" presStyleLbl="revTx" presStyleIdx="3" presStyleCnt="10"/>
      <dgm:spPr/>
    </dgm:pt>
    <dgm:pt modelId="{5D45A6DA-03BE-884F-AA8A-3D5C2AE64095}" type="pres">
      <dgm:prSet presAssocID="{90376154-7ACE-41C5-B33E-0299D806A0B9}" presName="vert1" presStyleCnt="0"/>
      <dgm:spPr/>
    </dgm:pt>
    <dgm:pt modelId="{035CE9CF-DCDC-5940-8F98-DBAAE55E7336}" type="pres">
      <dgm:prSet presAssocID="{D41150C5-03AF-4E7F-BD7E-5BBFBDEE8A30}" presName="thickLine" presStyleLbl="alignNode1" presStyleIdx="4" presStyleCnt="10"/>
      <dgm:spPr/>
    </dgm:pt>
    <dgm:pt modelId="{27A5E78F-58AF-9849-A185-A0CC9AC7986B}" type="pres">
      <dgm:prSet presAssocID="{D41150C5-03AF-4E7F-BD7E-5BBFBDEE8A30}" presName="horz1" presStyleCnt="0"/>
      <dgm:spPr/>
    </dgm:pt>
    <dgm:pt modelId="{83E24FF3-7977-B347-8DB6-991F40518F2F}" type="pres">
      <dgm:prSet presAssocID="{D41150C5-03AF-4E7F-BD7E-5BBFBDEE8A30}" presName="tx1" presStyleLbl="revTx" presStyleIdx="4" presStyleCnt="10"/>
      <dgm:spPr/>
    </dgm:pt>
    <dgm:pt modelId="{B7A8581E-99C2-7C4B-A49E-881BFDB19C44}" type="pres">
      <dgm:prSet presAssocID="{D41150C5-03AF-4E7F-BD7E-5BBFBDEE8A30}" presName="vert1" presStyleCnt="0"/>
      <dgm:spPr/>
    </dgm:pt>
    <dgm:pt modelId="{2FCB3839-E397-F248-BD38-2D08B37D4CE8}" type="pres">
      <dgm:prSet presAssocID="{3ED4255F-9744-4BAF-AFD0-753527CD7C62}" presName="thickLine" presStyleLbl="alignNode1" presStyleIdx="5" presStyleCnt="10"/>
      <dgm:spPr/>
    </dgm:pt>
    <dgm:pt modelId="{C35461A2-5525-4F40-9DEE-DBAD4876A7E2}" type="pres">
      <dgm:prSet presAssocID="{3ED4255F-9744-4BAF-AFD0-753527CD7C62}" presName="horz1" presStyleCnt="0"/>
      <dgm:spPr/>
    </dgm:pt>
    <dgm:pt modelId="{D888199E-037B-A140-8C50-86A5DF1DEB09}" type="pres">
      <dgm:prSet presAssocID="{3ED4255F-9744-4BAF-AFD0-753527CD7C62}" presName="tx1" presStyleLbl="revTx" presStyleIdx="5" presStyleCnt="10"/>
      <dgm:spPr/>
    </dgm:pt>
    <dgm:pt modelId="{3A908BBF-1222-A746-801E-93F011E03C2C}" type="pres">
      <dgm:prSet presAssocID="{3ED4255F-9744-4BAF-AFD0-753527CD7C62}" presName="vert1" presStyleCnt="0"/>
      <dgm:spPr/>
    </dgm:pt>
    <dgm:pt modelId="{D7A87F88-7652-B740-97C4-F3E440F9F289}" type="pres">
      <dgm:prSet presAssocID="{1D15197F-F0CF-47C3-897C-D60A64538464}" presName="thickLine" presStyleLbl="alignNode1" presStyleIdx="6" presStyleCnt="10"/>
      <dgm:spPr/>
    </dgm:pt>
    <dgm:pt modelId="{700D8C4B-0508-614B-9C79-00019DD9EB1B}" type="pres">
      <dgm:prSet presAssocID="{1D15197F-F0CF-47C3-897C-D60A64538464}" presName="horz1" presStyleCnt="0"/>
      <dgm:spPr/>
    </dgm:pt>
    <dgm:pt modelId="{F81F2E23-E4CB-884E-86C2-AB93C32D9C9F}" type="pres">
      <dgm:prSet presAssocID="{1D15197F-F0CF-47C3-897C-D60A64538464}" presName="tx1" presStyleLbl="revTx" presStyleIdx="6" presStyleCnt="10"/>
      <dgm:spPr/>
    </dgm:pt>
    <dgm:pt modelId="{9AC9F6F3-1825-074F-8F8A-757F517B1BA4}" type="pres">
      <dgm:prSet presAssocID="{1D15197F-F0CF-47C3-897C-D60A64538464}" presName="vert1" presStyleCnt="0"/>
      <dgm:spPr/>
    </dgm:pt>
    <dgm:pt modelId="{46DEA3B6-D20D-0644-B6D4-86243981F6E9}" type="pres">
      <dgm:prSet presAssocID="{55F03EB7-2FC3-4825-9C96-8953B13531EF}" presName="thickLine" presStyleLbl="alignNode1" presStyleIdx="7" presStyleCnt="10"/>
      <dgm:spPr/>
    </dgm:pt>
    <dgm:pt modelId="{A1C38F93-1474-374D-B509-F76C963D6DB3}" type="pres">
      <dgm:prSet presAssocID="{55F03EB7-2FC3-4825-9C96-8953B13531EF}" presName="horz1" presStyleCnt="0"/>
      <dgm:spPr/>
    </dgm:pt>
    <dgm:pt modelId="{70817507-3909-D94E-BB14-6E33CE47FEA2}" type="pres">
      <dgm:prSet presAssocID="{55F03EB7-2FC3-4825-9C96-8953B13531EF}" presName="tx1" presStyleLbl="revTx" presStyleIdx="7" presStyleCnt="10"/>
      <dgm:spPr/>
    </dgm:pt>
    <dgm:pt modelId="{0A641AC3-B51B-BF4B-92CF-DF7B328AF2FC}" type="pres">
      <dgm:prSet presAssocID="{55F03EB7-2FC3-4825-9C96-8953B13531EF}" presName="vert1" presStyleCnt="0"/>
      <dgm:spPr/>
    </dgm:pt>
    <dgm:pt modelId="{72629099-2EC7-1F4C-B7CA-5DF02C8B043E}" type="pres">
      <dgm:prSet presAssocID="{AF934516-E0B2-49B7-8E59-CEF1909BCDD6}" presName="thickLine" presStyleLbl="alignNode1" presStyleIdx="8" presStyleCnt="10"/>
      <dgm:spPr/>
    </dgm:pt>
    <dgm:pt modelId="{849E4574-5F0E-3944-AAEA-656E43D86A1B}" type="pres">
      <dgm:prSet presAssocID="{AF934516-E0B2-49B7-8E59-CEF1909BCDD6}" presName="horz1" presStyleCnt="0"/>
      <dgm:spPr/>
    </dgm:pt>
    <dgm:pt modelId="{6FA59999-B7ED-4A47-8F79-AFA9B461CA5F}" type="pres">
      <dgm:prSet presAssocID="{AF934516-E0B2-49B7-8E59-CEF1909BCDD6}" presName="tx1" presStyleLbl="revTx" presStyleIdx="8" presStyleCnt="10"/>
      <dgm:spPr/>
    </dgm:pt>
    <dgm:pt modelId="{40BEF668-2ED7-8E49-A223-7670A71BC83E}" type="pres">
      <dgm:prSet presAssocID="{AF934516-E0B2-49B7-8E59-CEF1909BCDD6}" presName="vert1" presStyleCnt="0"/>
      <dgm:spPr/>
    </dgm:pt>
    <dgm:pt modelId="{B4BF7BA8-2865-DF4F-A956-42A8BCC7D58B}" type="pres">
      <dgm:prSet presAssocID="{701EAB52-5B43-4D5B-9CDB-9C01D03CA039}" presName="thickLine" presStyleLbl="alignNode1" presStyleIdx="9" presStyleCnt="10"/>
      <dgm:spPr/>
    </dgm:pt>
    <dgm:pt modelId="{0EA215A1-58A4-D241-9589-28BFB8933C77}" type="pres">
      <dgm:prSet presAssocID="{701EAB52-5B43-4D5B-9CDB-9C01D03CA039}" presName="horz1" presStyleCnt="0"/>
      <dgm:spPr/>
    </dgm:pt>
    <dgm:pt modelId="{9A45391C-B727-2D4F-A03C-1A34C2536674}" type="pres">
      <dgm:prSet presAssocID="{701EAB52-5B43-4D5B-9CDB-9C01D03CA039}" presName="tx1" presStyleLbl="revTx" presStyleIdx="9" presStyleCnt="10"/>
      <dgm:spPr/>
    </dgm:pt>
    <dgm:pt modelId="{1DBB5226-0733-284A-85BC-6554F0E238F5}" type="pres">
      <dgm:prSet presAssocID="{701EAB52-5B43-4D5B-9CDB-9C01D03CA039}" presName="vert1" presStyleCnt="0"/>
      <dgm:spPr/>
    </dgm:pt>
  </dgm:ptLst>
  <dgm:cxnLst>
    <dgm:cxn modelId="{3D84DF0A-6857-453B-9840-FA8E650FE48A}" srcId="{0457BDF9-97E8-4D18-BAE9-9A0F84A2A129}" destId="{CE368FB4-C72A-44A0-8BC4-05F44A9FCB92}" srcOrd="2" destOrd="0" parTransId="{8DC087B5-2835-4E51-B278-21CABBF10CA1}" sibTransId="{AEFBF843-A7F7-4E04-9B87-D8128589051D}"/>
    <dgm:cxn modelId="{DA0BEB1C-3CAC-4839-8B0F-771A7F726BA5}" srcId="{0457BDF9-97E8-4D18-BAE9-9A0F84A2A129}" destId="{3ED4255F-9744-4BAF-AFD0-753527CD7C62}" srcOrd="5" destOrd="0" parTransId="{530665A8-4280-497A-976F-DE3EACA37E3E}" sibTransId="{8E0E7C50-89B9-41B2-AB6A-F439E75204E2}"/>
    <dgm:cxn modelId="{618D2E38-05BC-BC4C-85B9-EBFDFAE854C1}" type="presOf" srcId="{1D15197F-F0CF-47C3-897C-D60A64538464}" destId="{F81F2E23-E4CB-884E-86C2-AB93C32D9C9F}" srcOrd="0" destOrd="0" presId="urn:microsoft.com/office/officeart/2008/layout/LinedList"/>
    <dgm:cxn modelId="{4367DE60-0D15-4242-8FA9-8BEDB51C35F4}" type="presOf" srcId="{701EAB52-5B43-4D5B-9CDB-9C01D03CA039}" destId="{9A45391C-B727-2D4F-A03C-1A34C2536674}" srcOrd="0" destOrd="0" presId="urn:microsoft.com/office/officeart/2008/layout/LinedList"/>
    <dgm:cxn modelId="{83D01B42-6976-40CB-91A0-2054AD12C600}" srcId="{0457BDF9-97E8-4D18-BAE9-9A0F84A2A129}" destId="{D41150C5-03AF-4E7F-BD7E-5BBFBDEE8A30}" srcOrd="4" destOrd="0" parTransId="{C204E209-44ED-4BDA-8DBC-14BD4B1206B2}" sibTransId="{D6B793F3-8FBB-42E7-965D-FC21AD97C473}"/>
    <dgm:cxn modelId="{8955D849-1C04-8644-B4F6-B5AFA08B26BF}" type="presOf" srcId="{E9794AAA-8330-48C3-9C02-4F3ECA7E9D5A}" destId="{372173F1-96FD-5A41-A2A8-DBB6419A0672}" srcOrd="0" destOrd="0" presId="urn:microsoft.com/office/officeart/2008/layout/LinedList"/>
    <dgm:cxn modelId="{E188A94D-3BC5-478E-AB2D-F19A6979C73C}" srcId="{0457BDF9-97E8-4D18-BAE9-9A0F84A2A129}" destId="{90376154-7ACE-41C5-B33E-0299D806A0B9}" srcOrd="3" destOrd="0" parTransId="{4859E20F-D101-44E7-8287-0188DA728BF4}" sibTransId="{F70C51E8-8865-4277-B1A8-F70A99B760E3}"/>
    <dgm:cxn modelId="{97E79E72-1E22-462A-B969-FCDBA20FCF91}" srcId="{0457BDF9-97E8-4D18-BAE9-9A0F84A2A129}" destId="{701EAB52-5B43-4D5B-9CDB-9C01D03CA039}" srcOrd="9" destOrd="0" parTransId="{5DFE4990-6A48-4410-9B38-3B84B3A31766}" sibTransId="{EBFCDEA3-450F-4DBA-B059-B121051FE496}"/>
    <dgm:cxn modelId="{8DCEBC57-BF21-0844-AD00-E582A098E682}" type="presOf" srcId="{AF934516-E0B2-49B7-8E59-CEF1909BCDD6}" destId="{6FA59999-B7ED-4A47-8F79-AFA9B461CA5F}" srcOrd="0" destOrd="0" presId="urn:microsoft.com/office/officeart/2008/layout/LinedList"/>
    <dgm:cxn modelId="{17E2ED7B-A2CF-7E4F-B7B2-1097D52309C0}" type="presOf" srcId="{90376154-7ACE-41C5-B33E-0299D806A0B9}" destId="{EDD9EC76-0F2A-3D49-909E-6B675C860AA5}" srcOrd="0" destOrd="0" presId="urn:microsoft.com/office/officeart/2008/layout/LinedList"/>
    <dgm:cxn modelId="{BC3B0A88-B5DE-914E-B915-5D842EFBC859}" type="presOf" srcId="{55F03EB7-2FC3-4825-9C96-8953B13531EF}" destId="{70817507-3909-D94E-BB14-6E33CE47FEA2}" srcOrd="0" destOrd="0" presId="urn:microsoft.com/office/officeart/2008/layout/LinedList"/>
    <dgm:cxn modelId="{D9B0E893-8420-C442-8CE8-050799E0D9C0}" type="presOf" srcId="{0457BDF9-97E8-4D18-BAE9-9A0F84A2A129}" destId="{D0B93A10-E5F0-1541-8AD0-40CF4F9D46A1}" srcOrd="0" destOrd="0" presId="urn:microsoft.com/office/officeart/2008/layout/LinedList"/>
    <dgm:cxn modelId="{0BB11E9C-9574-1144-9DA5-4FE36B13FFF2}" type="presOf" srcId="{3ED4255F-9744-4BAF-AFD0-753527CD7C62}" destId="{D888199E-037B-A140-8C50-86A5DF1DEB09}" srcOrd="0" destOrd="0" presId="urn:microsoft.com/office/officeart/2008/layout/LinedList"/>
    <dgm:cxn modelId="{7F995A9F-79C0-4AD3-AF9E-E1D9BDF08127}" srcId="{0457BDF9-97E8-4D18-BAE9-9A0F84A2A129}" destId="{E9794AAA-8330-48C3-9C02-4F3ECA7E9D5A}" srcOrd="0" destOrd="0" parTransId="{B8BCB51D-D701-4017-92D0-D4A4A06DB9E3}" sibTransId="{09AD2CBB-70F4-4EFA-B05E-E6655DD31CF9}"/>
    <dgm:cxn modelId="{BC9DAEB1-CCA2-A645-AC9A-707FA698230D}" type="presOf" srcId="{88758942-2511-4611-A2B2-2EC583C3D6CC}" destId="{D7D68F81-4A14-9C4E-8EA5-471A3D173526}" srcOrd="0" destOrd="0" presId="urn:microsoft.com/office/officeart/2008/layout/LinedList"/>
    <dgm:cxn modelId="{8B2DB4D4-5F14-2F48-B91E-F3839DCE9C0D}" type="presOf" srcId="{D41150C5-03AF-4E7F-BD7E-5BBFBDEE8A30}" destId="{83E24FF3-7977-B347-8DB6-991F40518F2F}" srcOrd="0" destOrd="0" presId="urn:microsoft.com/office/officeart/2008/layout/LinedList"/>
    <dgm:cxn modelId="{375EA2D9-25BA-486F-AB1F-3D91BB215D97}" srcId="{0457BDF9-97E8-4D18-BAE9-9A0F84A2A129}" destId="{1D15197F-F0CF-47C3-897C-D60A64538464}" srcOrd="6" destOrd="0" parTransId="{3FE87475-512C-4CC4-9C3D-87AC2049B8CA}" sibTransId="{44F71E9A-94AD-4CFF-88C9-BC6BDA9ED6A4}"/>
    <dgm:cxn modelId="{F0D8EFD9-FCD4-5545-A4A5-5EAE4FD4630C}" type="presOf" srcId="{CE368FB4-C72A-44A0-8BC4-05F44A9FCB92}" destId="{27E5E677-D913-424B-A017-F2C00C3AFC2F}" srcOrd="0" destOrd="0" presId="urn:microsoft.com/office/officeart/2008/layout/LinedList"/>
    <dgm:cxn modelId="{D500CFED-E096-4C3F-9EAF-8C3E07DEC262}" srcId="{0457BDF9-97E8-4D18-BAE9-9A0F84A2A129}" destId="{55F03EB7-2FC3-4825-9C96-8953B13531EF}" srcOrd="7" destOrd="0" parTransId="{6FC0E224-3198-480C-94B0-E301CAC1B6EA}" sibTransId="{0C56227B-1773-40A7-9FF3-E47CD2472D65}"/>
    <dgm:cxn modelId="{A2D595EE-F70D-454D-B577-5C05929427A9}" srcId="{0457BDF9-97E8-4D18-BAE9-9A0F84A2A129}" destId="{AF934516-E0B2-49B7-8E59-CEF1909BCDD6}" srcOrd="8" destOrd="0" parTransId="{53FBB3D2-825E-40F4-A6A7-6D75C2335A0A}" sibTransId="{A452DCB4-2B8E-45A3-8C35-092E82112B12}"/>
    <dgm:cxn modelId="{4C9302F8-DF80-431D-96F6-10E4E0814DA8}" srcId="{0457BDF9-97E8-4D18-BAE9-9A0F84A2A129}" destId="{88758942-2511-4611-A2B2-2EC583C3D6CC}" srcOrd="1" destOrd="0" parTransId="{64920188-F09D-4BE1-AE78-825A31D5A3B0}" sibTransId="{414E3128-5745-45D9-84F6-8A79315986F8}"/>
    <dgm:cxn modelId="{B2B1561C-2151-DC4C-8B1C-453B5D52E5BA}" type="presParOf" srcId="{D0B93A10-E5F0-1541-8AD0-40CF4F9D46A1}" destId="{2E26D907-641D-AB4D-8E5D-FCA9F91006E1}" srcOrd="0" destOrd="0" presId="urn:microsoft.com/office/officeart/2008/layout/LinedList"/>
    <dgm:cxn modelId="{124BBAF4-5E68-E14A-BDA5-2A446CA8605C}" type="presParOf" srcId="{D0B93A10-E5F0-1541-8AD0-40CF4F9D46A1}" destId="{A3B5E2A4-BC12-754D-AB03-3C4F62DECADF}" srcOrd="1" destOrd="0" presId="urn:microsoft.com/office/officeart/2008/layout/LinedList"/>
    <dgm:cxn modelId="{EC395623-9934-5647-976A-1FC8171BF89A}" type="presParOf" srcId="{A3B5E2A4-BC12-754D-AB03-3C4F62DECADF}" destId="{372173F1-96FD-5A41-A2A8-DBB6419A0672}" srcOrd="0" destOrd="0" presId="urn:microsoft.com/office/officeart/2008/layout/LinedList"/>
    <dgm:cxn modelId="{88F8B86A-EA0A-5C4E-A785-A9AA27FAF50E}" type="presParOf" srcId="{A3B5E2A4-BC12-754D-AB03-3C4F62DECADF}" destId="{627B5231-CF26-6A42-86F4-DB09C55B691A}" srcOrd="1" destOrd="0" presId="urn:microsoft.com/office/officeart/2008/layout/LinedList"/>
    <dgm:cxn modelId="{FB51CA2A-0899-2843-8144-AB000861F06E}" type="presParOf" srcId="{D0B93A10-E5F0-1541-8AD0-40CF4F9D46A1}" destId="{F4DC0898-A08B-314C-A00A-B484091DAFB5}" srcOrd="2" destOrd="0" presId="urn:microsoft.com/office/officeart/2008/layout/LinedList"/>
    <dgm:cxn modelId="{5774A5CA-CD95-8B40-92E5-C641D2458B8A}" type="presParOf" srcId="{D0B93A10-E5F0-1541-8AD0-40CF4F9D46A1}" destId="{BF859E3A-1075-714A-9F32-AE0B13836483}" srcOrd="3" destOrd="0" presId="urn:microsoft.com/office/officeart/2008/layout/LinedList"/>
    <dgm:cxn modelId="{8A0095EA-D605-B14D-AE8F-9FAB70A5C138}" type="presParOf" srcId="{BF859E3A-1075-714A-9F32-AE0B13836483}" destId="{D7D68F81-4A14-9C4E-8EA5-471A3D173526}" srcOrd="0" destOrd="0" presId="urn:microsoft.com/office/officeart/2008/layout/LinedList"/>
    <dgm:cxn modelId="{C30E12AC-4F8A-B34A-9131-3754B96439D0}" type="presParOf" srcId="{BF859E3A-1075-714A-9F32-AE0B13836483}" destId="{E987235B-D0B9-114A-85A1-53BE02A3F881}" srcOrd="1" destOrd="0" presId="urn:microsoft.com/office/officeart/2008/layout/LinedList"/>
    <dgm:cxn modelId="{1F92FDD8-E50C-DC41-8436-B0BED6B437F6}" type="presParOf" srcId="{D0B93A10-E5F0-1541-8AD0-40CF4F9D46A1}" destId="{24458162-82A6-5147-8074-2FF57FDB0510}" srcOrd="4" destOrd="0" presId="urn:microsoft.com/office/officeart/2008/layout/LinedList"/>
    <dgm:cxn modelId="{42ABC8F4-CDAA-7646-BB46-DA2CAC32CA70}" type="presParOf" srcId="{D0B93A10-E5F0-1541-8AD0-40CF4F9D46A1}" destId="{A96572D9-7D71-8449-9829-09B84EDAFC47}" srcOrd="5" destOrd="0" presId="urn:microsoft.com/office/officeart/2008/layout/LinedList"/>
    <dgm:cxn modelId="{32B00270-41C6-0240-834F-53C27E80BBA7}" type="presParOf" srcId="{A96572D9-7D71-8449-9829-09B84EDAFC47}" destId="{27E5E677-D913-424B-A017-F2C00C3AFC2F}" srcOrd="0" destOrd="0" presId="urn:microsoft.com/office/officeart/2008/layout/LinedList"/>
    <dgm:cxn modelId="{CB1E6396-CF5E-C748-8999-7739D090E9B2}" type="presParOf" srcId="{A96572D9-7D71-8449-9829-09B84EDAFC47}" destId="{6B6A8B00-BA16-4B46-9D38-C200CA733252}" srcOrd="1" destOrd="0" presId="urn:microsoft.com/office/officeart/2008/layout/LinedList"/>
    <dgm:cxn modelId="{126F7274-5BA3-F74B-B942-BEEB3C62F171}" type="presParOf" srcId="{D0B93A10-E5F0-1541-8AD0-40CF4F9D46A1}" destId="{AA0496B5-AAF7-4E45-9230-1B06E751073D}" srcOrd="6" destOrd="0" presId="urn:microsoft.com/office/officeart/2008/layout/LinedList"/>
    <dgm:cxn modelId="{27059828-321D-AC44-8966-A140DA882FB6}" type="presParOf" srcId="{D0B93A10-E5F0-1541-8AD0-40CF4F9D46A1}" destId="{5EE643B7-F523-3141-BCAC-B359B620049A}" srcOrd="7" destOrd="0" presId="urn:microsoft.com/office/officeart/2008/layout/LinedList"/>
    <dgm:cxn modelId="{7E0FAB6B-98D3-594E-9993-98145C1BFB6A}" type="presParOf" srcId="{5EE643B7-F523-3141-BCAC-B359B620049A}" destId="{EDD9EC76-0F2A-3D49-909E-6B675C860AA5}" srcOrd="0" destOrd="0" presId="urn:microsoft.com/office/officeart/2008/layout/LinedList"/>
    <dgm:cxn modelId="{2EBED77D-227D-DC4A-BA76-359C4097EC4C}" type="presParOf" srcId="{5EE643B7-F523-3141-BCAC-B359B620049A}" destId="{5D45A6DA-03BE-884F-AA8A-3D5C2AE64095}" srcOrd="1" destOrd="0" presId="urn:microsoft.com/office/officeart/2008/layout/LinedList"/>
    <dgm:cxn modelId="{D0EE797B-BE64-0848-B731-C48E89EE710D}" type="presParOf" srcId="{D0B93A10-E5F0-1541-8AD0-40CF4F9D46A1}" destId="{035CE9CF-DCDC-5940-8F98-DBAAE55E7336}" srcOrd="8" destOrd="0" presId="urn:microsoft.com/office/officeart/2008/layout/LinedList"/>
    <dgm:cxn modelId="{0AE2F759-AB4E-3149-B653-DE7294AA2946}" type="presParOf" srcId="{D0B93A10-E5F0-1541-8AD0-40CF4F9D46A1}" destId="{27A5E78F-58AF-9849-A185-A0CC9AC7986B}" srcOrd="9" destOrd="0" presId="urn:microsoft.com/office/officeart/2008/layout/LinedList"/>
    <dgm:cxn modelId="{F7F4FCB7-BCE1-CD4D-9BFA-5AD5BE7E9F56}" type="presParOf" srcId="{27A5E78F-58AF-9849-A185-A0CC9AC7986B}" destId="{83E24FF3-7977-B347-8DB6-991F40518F2F}" srcOrd="0" destOrd="0" presId="urn:microsoft.com/office/officeart/2008/layout/LinedList"/>
    <dgm:cxn modelId="{5B42D24E-F286-5745-8208-B6D11BA8FE56}" type="presParOf" srcId="{27A5E78F-58AF-9849-A185-A0CC9AC7986B}" destId="{B7A8581E-99C2-7C4B-A49E-881BFDB19C44}" srcOrd="1" destOrd="0" presId="urn:microsoft.com/office/officeart/2008/layout/LinedList"/>
    <dgm:cxn modelId="{E9C75689-58DD-A445-ABE0-EB382F26284B}" type="presParOf" srcId="{D0B93A10-E5F0-1541-8AD0-40CF4F9D46A1}" destId="{2FCB3839-E397-F248-BD38-2D08B37D4CE8}" srcOrd="10" destOrd="0" presId="urn:microsoft.com/office/officeart/2008/layout/LinedList"/>
    <dgm:cxn modelId="{27895FB1-1F96-0449-8C39-19FE9CD939FB}" type="presParOf" srcId="{D0B93A10-E5F0-1541-8AD0-40CF4F9D46A1}" destId="{C35461A2-5525-4F40-9DEE-DBAD4876A7E2}" srcOrd="11" destOrd="0" presId="urn:microsoft.com/office/officeart/2008/layout/LinedList"/>
    <dgm:cxn modelId="{55094456-3854-694E-81D6-DBE228B6A8DF}" type="presParOf" srcId="{C35461A2-5525-4F40-9DEE-DBAD4876A7E2}" destId="{D888199E-037B-A140-8C50-86A5DF1DEB09}" srcOrd="0" destOrd="0" presId="urn:microsoft.com/office/officeart/2008/layout/LinedList"/>
    <dgm:cxn modelId="{4C5D4185-5B16-1349-A396-BD762BB13C4A}" type="presParOf" srcId="{C35461A2-5525-4F40-9DEE-DBAD4876A7E2}" destId="{3A908BBF-1222-A746-801E-93F011E03C2C}" srcOrd="1" destOrd="0" presId="urn:microsoft.com/office/officeart/2008/layout/LinedList"/>
    <dgm:cxn modelId="{8300C79B-2935-D54B-B564-9F0E39A61D90}" type="presParOf" srcId="{D0B93A10-E5F0-1541-8AD0-40CF4F9D46A1}" destId="{D7A87F88-7652-B740-97C4-F3E440F9F289}" srcOrd="12" destOrd="0" presId="urn:microsoft.com/office/officeart/2008/layout/LinedList"/>
    <dgm:cxn modelId="{C88349C9-4921-BF4C-BD58-9C8014256BF8}" type="presParOf" srcId="{D0B93A10-E5F0-1541-8AD0-40CF4F9D46A1}" destId="{700D8C4B-0508-614B-9C79-00019DD9EB1B}" srcOrd="13" destOrd="0" presId="urn:microsoft.com/office/officeart/2008/layout/LinedList"/>
    <dgm:cxn modelId="{0E374469-9A46-A243-91D5-AC376C0A25E2}" type="presParOf" srcId="{700D8C4B-0508-614B-9C79-00019DD9EB1B}" destId="{F81F2E23-E4CB-884E-86C2-AB93C32D9C9F}" srcOrd="0" destOrd="0" presId="urn:microsoft.com/office/officeart/2008/layout/LinedList"/>
    <dgm:cxn modelId="{318BEDB8-D4A2-CD4E-95B8-2DA135FDFDC1}" type="presParOf" srcId="{700D8C4B-0508-614B-9C79-00019DD9EB1B}" destId="{9AC9F6F3-1825-074F-8F8A-757F517B1BA4}" srcOrd="1" destOrd="0" presId="urn:microsoft.com/office/officeart/2008/layout/LinedList"/>
    <dgm:cxn modelId="{D290E55F-3137-B341-930F-C11CC93DEB18}" type="presParOf" srcId="{D0B93A10-E5F0-1541-8AD0-40CF4F9D46A1}" destId="{46DEA3B6-D20D-0644-B6D4-86243981F6E9}" srcOrd="14" destOrd="0" presId="urn:microsoft.com/office/officeart/2008/layout/LinedList"/>
    <dgm:cxn modelId="{97F3FEE5-512D-0C4A-9BD5-219E2DD2DF4F}" type="presParOf" srcId="{D0B93A10-E5F0-1541-8AD0-40CF4F9D46A1}" destId="{A1C38F93-1474-374D-B509-F76C963D6DB3}" srcOrd="15" destOrd="0" presId="urn:microsoft.com/office/officeart/2008/layout/LinedList"/>
    <dgm:cxn modelId="{0B18A4B6-B1F6-604A-B495-3341BEF0CCB3}" type="presParOf" srcId="{A1C38F93-1474-374D-B509-F76C963D6DB3}" destId="{70817507-3909-D94E-BB14-6E33CE47FEA2}" srcOrd="0" destOrd="0" presId="urn:microsoft.com/office/officeart/2008/layout/LinedList"/>
    <dgm:cxn modelId="{013EAB3D-32D2-D744-B9E9-BE041C18A318}" type="presParOf" srcId="{A1C38F93-1474-374D-B509-F76C963D6DB3}" destId="{0A641AC3-B51B-BF4B-92CF-DF7B328AF2FC}" srcOrd="1" destOrd="0" presId="urn:microsoft.com/office/officeart/2008/layout/LinedList"/>
    <dgm:cxn modelId="{9A5BA6F8-7E34-7E4A-A0C6-7895EE9C15D2}" type="presParOf" srcId="{D0B93A10-E5F0-1541-8AD0-40CF4F9D46A1}" destId="{72629099-2EC7-1F4C-B7CA-5DF02C8B043E}" srcOrd="16" destOrd="0" presId="urn:microsoft.com/office/officeart/2008/layout/LinedList"/>
    <dgm:cxn modelId="{C4A8FE17-A702-DB40-9F29-EF9F600EC3F3}" type="presParOf" srcId="{D0B93A10-E5F0-1541-8AD0-40CF4F9D46A1}" destId="{849E4574-5F0E-3944-AAEA-656E43D86A1B}" srcOrd="17" destOrd="0" presId="urn:microsoft.com/office/officeart/2008/layout/LinedList"/>
    <dgm:cxn modelId="{811C5626-CF57-8846-B9A7-435EC7D54226}" type="presParOf" srcId="{849E4574-5F0E-3944-AAEA-656E43D86A1B}" destId="{6FA59999-B7ED-4A47-8F79-AFA9B461CA5F}" srcOrd="0" destOrd="0" presId="urn:microsoft.com/office/officeart/2008/layout/LinedList"/>
    <dgm:cxn modelId="{51BC68D1-1DD4-3846-83F4-017DA1B9B6F5}" type="presParOf" srcId="{849E4574-5F0E-3944-AAEA-656E43D86A1B}" destId="{40BEF668-2ED7-8E49-A223-7670A71BC83E}" srcOrd="1" destOrd="0" presId="urn:microsoft.com/office/officeart/2008/layout/LinedList"/>
    <dgm:cxn modelId="{336A7F4D-8D09-5045-8CBF-D05AFF90463D}" type="presParOf" srcId="{D0B93A10-E5F0-1541-8AD0-40CF4F9D46A1}" destId="{B4BF7BA8-2865-DF4F-A956-42A8BCC7D58B}" srcOrd="18" destOrd="0" presId="urn:microsoft.com/office/officeart/2008/layout/LinedList"/>
    <dgm:cxn modelId="{50523474-5A7C-E141-B557-1EED7A065C64}" type="presParOf" srcId="{D0B93A10-E5F0-1541-8AD0-40CF4F9D46A1}" destId="{0EA215A1-58A4-D241-9589-28BFB8933C77}" srcOrd="19" destOrd="0" presId="urn:microsoft.com/office/officeart/2008/layout/LinedList"/>
    <dgm:cxn modelId="{34013CFA-898E-F14B-8F2C-161C6E66D932}" type="presParOf" srcId="{0EA215A1-58A4-D241-9589-28BFB8933C77}" destId="{9A45391C-B727-2D4F-A03C-1A34C2536674}" srcOrd="0" destOrd="0" presId="urn:microsoft.com/office/officeart/2008/layout/LinedList"/>
    <dgm:cxn modelId="{A65AE2D5-48D8-5E42-B2D5-4C09488CE28E}" type="presParOf" srcId="{0EA215A1-58A4-D241-9589-28BFB8933C77}" destId="{1DBB5226-0733-284A-85BC-6554F0E238F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457BDF9-97E8-4D18-BAE9-9A0F84A2A129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9794AAA-8330-48C3-9C02-4F3ECA7E9D5A}">
      <dgm:prSet/>
      <dgm:spPr/>
      <dgm:t>
        <a:bodyPr/>
        <a:lstStyle/>
        <a:p>
          <a:r>
            <a:rPr lang="en-US" b="1" dirty="0">
              <a:solidFill>
                <a:srgbClr val="0285FF"/>
              </a:solidFill>
            </a:rPr>
            <a:t>SUPPORTING SYSTEM</a:t>
          </a:r>
        </a:p>
      </dgm:t>
    </dgm:pt>
    <dgm:pt modelId="{B8BCB51D-D701-4017-92D0-D4A4A06DB9E3}" type="parTrans" cxnId="{7F995A9F-79C0-4AD3-AF9E-E1D9BDF08127}">
      <dgm:prSet/>
      <dgm:spPr/>
      <dgm:t>
        <a:bodyPr/>
        <a:lstStyle/>
        <a:p>
          <a:endParaRPr lang="en-US"/>
        </a:p>
      </dgm:t>
    </dgm:pt>
    <dgm:pt modelId="{09AD2CBB-70F4-4EFA-B05E-E6655DD31CF9}" type="sibTrans" cxnId="{7F995A9F-79C0-4AD3-AF9E-E1D9BDF08127}">
      <dgm:prSet/>
      <dgm:spPr/>
      <dgm:t>
        <a:bodyPr/>
        <a:lstStyle/>
        <a:p>
          <a:endParaRPr lang="en-US"/>
        </a:p>
      </dgm:t>
    </dgm:pt>
    <dgm:pt modelId="{88758942-2511-4611-A2B2-2EC583C3D6CC}">
      <dgm:prSet/>
      <dgm:spPr/>
      <dgm:t>
        <a:bodyPr/>
        <a:lstStyle/>
        <a:p>
          <a:r>
            <a:rPr lang="id-ID" b="1" dirty="0"/>
            <a:t>SEO Friendly</a:t>
          </a:r>
          <a:r>
            <a:rPr lang="id-ID" b="0" dirty="0"/>
            <a:t> (</a:t>
          </a:r>
          <a:r>
            <a:rPr lang="id-ID" b="0" dirty="0" err="1"/>
            <a:t>on</a:t>
          </a:r>
          <a:r>
            <a:rPr lang="id-ID" b="0" dirty="0"/>
            <a:t> </a:t>
          </a:r>
          <a:r>
            <a:rPr lang="id-ID" b="0" dirty="0" err="1"/>
            <a:t>page</a:t>
          </a:r>
          <a:r>
            <a:rPr lang="id-ID" b="0" dirty="0"/>
            <a:t> </a:t>
          </a:r>
          <a:r>
            <a:rPr lang="id-ID" b="0" dirty="0" err="1"/>
            <a:t>optimization</a:t>
          </a:r>
          <a:r>
            <a:rPr lang="id-ID" b="0" dirty="0"/>
            <a:t>)</a:t>
          </a:r>
          <a:endParaRPr lang="en-US" b="0" dirty="0"/>
        </a:p>
      </dgm:t>
    </dgm:pt>
    <dgm:pt modelId="{64920188-F09D-4BE1-AE78-825A31D5A3B0}" type="parTrans" cxnId="{4C9302F8-DF80-431D-96F6-10E4E0814DA8}">
      <dgm:prSet/>
      <dgm:spPr/>
      <dgm:t>
        <a:bodyPr/>
        <a:lstStyle/>
        <a:p>
          <a:endParaRPr lang="en-US"/>
        </a:p>
      </dgm:t>
    </dgm:pt>
    <dgm:pt modelId="{414E3128-5745-45D9-84F6-8A79315986F8}" type="sibTrans" cxnId="{4C9302F8-DF80-431D-96F6-10E4E0814DA8}">
      <dgm:prSet/>
      <dgm:spPr/>
      <dgm:t>
        <a:bodyPr/>
        <a:lstStyle/>
        <a:p>
          <a:endParaRPr lang="en-US"/>
        </a:p>
      </dgm:t>
    </dgm:pt>
    <dgm:pt modelId="{CE368FB4-C72A-44A0-8BC4-05F44A9FCB92}">
      <dgm:prSet/>
      <dgm:spPr/>
      <dgm:t>
        <a:bodyPr/>
        <a:lstStyle/>
        <a:p>
          <a:r>
            <a:rPr lang="id-ID" b="1" dirty="0"/>
            <a:t>Google </a:t>
          </a:r>
          <a:r>
            <a:rPr lang="id-ID" b="1" dirty="0" err="1"/>
            <a:t>Analytics</a:t>
          </a:r>
          <a:r>
            <a:rPr lang="id-ID" b="1" dirty="0"/>
            <a:t> &amp; </a:t>
          </a:r>
          <a:r>
            <a:rPr lang="en-US" b="1" dirty="0"/>
            <a:t>Google Search Console</a:t>
          </a:r>
          <a:endParaRPr lang="en-US" dirty="0"/>
        </a:p>
      </dgm:t>
    </dgm:pt>
    <dgm:pt modelId="{8DC087B5-2835-4E51-B278-21CABBF10CA1}" type="parTrans" cxnId="{3D84DF0A-6857-453B-9840-FA8E650FE48A}">
      <dgm:prSet/>
      <dgm:spPr/>
      <dgm:t>
        <a:bodyPr/>
        <a:lstStyle/>
        <a:p>
          <a:endParaRPr lang="en-US"/>
        </a:p>
      </dgm:t>
    </dgm:pt>
    <dgm:pt modelId="{AEFBF843-A7F7-4E04-9B87-D8128589051D}" type="sibTrans" cxnId="{3D84DF0A-6857-453B-9840-FA8E650FE48A}">
      <dgm:prSet/>
      <dgm:spPr/>
      <dgm:t>
        <a:bodyPr/>
        <a:lstStyle/>
        <a:p>
          <a:endParaRPr lang="en-US"/>
        </a:p>
      </dgm:t>
    </dgm:pt>
    <dgm:pt modelId="{90376154-7ACE-41C5-B33E-0299D806A0B9}">
      <dgm:prSet/>
      <dgm:spPr/>
      <dgm:t>
        <a:bodyPr/>
        <a:lstStyle/>
        <a:p>
          <a:r>
            <a:rPr lang="id-ID" b="1" dirty="0"/>
            <a:t>Google </a:t>
          </a:r>
          <a:r>
            <a:rPr lang="id-ID" b="1" dirty="0" err="1"/>
            <a:t>Speed</a:t>
          </a:r>
          <a:r>
            <a:rPr lang="id-ID" b="1" dirty="0"/>
            <a:t> </a:t>
          </a:r>
          <a:r>
            <a:rPr lang="id-ID" b="1" dirty="0" err="1"/>
            <a:t>Test</a:t>
          </a:r>
          <a:r>
            <a:rPr lang="id-ID" b="1" dirty="0"/>
            <a:t> </a:t>
          </a:r>
          <a:r>
            <a:rPr lang="id-ID" b="0" dirty="0"/>
            <a:t>(</a:t>
          </a:r>
          <a:r>
            <a:rPr lang="en-US" b="0" dirty="0"/>
            <a:t>g</a:t>
          </a:r>
          <a:r>
            <a:rPr lang="id-ID" b="0" dirty="0" err="1"/>
            <a:t>ood</a:t>
          </a:r>
          <a:r>
            <a:rPr lang="id-ID" b="0" dirty="0"/>
            <a:t> </a:t>
          </a:r>
          <a:r>
            <a:rPr lang="en-US" b="0" dirty="0"/>
            <a:t>r</a:t>
          </a:r>
          <a:r>
            <a:rPr lang="id-ID" b="0" dirty="0" err="1"/>
            <a:t>esult</a:t>
          </a:r>
          <a:r>
            <a:rPr lang="id-ID" b="0" dirty="0"/>
            <a:t>)</a:t>
          </a:r>
          <a:endParaRPr lang="en-US" b="0" dirty="0"/>
        </a:p>
      </dgm:t>
    </dgm:pt>
    <dgm:pt modelId="{4859E20F-D101-44E7-8287-0188DA728BF4}" type="parTrans" cxnId="{E188A94D-3BC5-478E-AB2D-F19A6979C73C}">
      <dgm:prSet/>
      <dgm:spPr/>
      <dgm:t>
        <a:bodyPr/>
        <a:lstStyle/>
        <a:p>
          <a:endParaRPr lang="en-US"/>
        </a:p>
      </dgm:t>
    </dgm:pt>
    <dgm:pt modelId="{F70C51E8-8865-4277-B1A8-F70A99B760E3}" type="sibTrans" cxnId="{E188A94D-3BC5-478E-AB2D-F19A6979C73C}">
      <dgm:prSet/>
      <dgm:spPr/>
      <dgm:t>
        <a:bodyPr/>
        <a:lstStyle/>
        <a:p>
          <a:endParaRPr lang="en-US"/>
        </a:p>
      </dgm:t>
    </dgm:pt>
    <dgm:pt modelId="{D41150C5-03AF-4E7F-BD7E-5BBFBDEE8A30}">
      <dgm:prSet/>
      <dgm:spPr/>
      <dgm:t>
        <a:bodyPr/>
        <a:lstStyle/>
        <a:p>
          <a:r>
            <a:rPr lang="en-US" b="1" dirty="0" err="1"/>
            <a:t>OpenGraph</a:t>
          </a:r>
          <a:r>
            <a:rPr lang="en-US" b="1" dirty="0"/>
            <a:t> </a:t>
          </a:r>
          <a:r>
            <a:rPr lang="en-US" b="0" dirty="0"/>
            <a:t>(Share to Social Media)</a:t>
          </a:r>
        </a:p>
      </dgm:t>
    </dgm:pt>
    <dgm:pt modelId="{C204E209-44ED-4BDA-8DBC-14BD4B1206B2}" type="parTrans" cxnId="{83D01B42-6976-40CB-91A0-2054AD12C600}">
      <dgm:prSet/>
      <dgm:spPr/>
      <dgm:t>
        <a:bodyPr/>
        <a:lstStyle/>
        <a:p>
          <a:endParaRPr lang="en-US"/>
        </a:p>
      </dgm:t>
    </dgm:pt>
    <dgm:pt modelId="{D6B793F3-8FBB-42E7-965D-FC21AD97C473}" type="sibTrans" cxnId="{83D01B42-6976-40CB-91A0-2054AD12C600}">
      <dgm:prSet/>
      <dgm:spPr/>
      <dgm:t>
        <a:bodyPr/>
        <a:lstStyle/>
        <a:p>
          <a:endParaRPr lang="en-US"/>
        </a:p>
      </dgm:t>
    </dgm:pt>
    <dgm:pt modelId="{D0B93A10-E5F0-1541-8AD0-40CF4F9D46A1}" type="pres">
      <dgm:prSet presAssocID="{0457BDF9-97E8-4D18-BAE9-9A0F84A2A129}" presName="vert0" presStyleCnt="0">
        <dgm:presLayoutVars>
          <dgm:dir/>
          <dgm:animOne val="branch"/>
          <dgm:animLvl val="lvl"/>
        </dgm:presLayoutVars>
      </dgm:prSet>
      <dgm:spPr/>
    </dgm:pt>
    <dgm:pt modelId="{2E26D907-641D-AB4D-8E5D-FCA9F91006E1}" type="pres">
      <dgm:prSet presAssocID="{E9794AAA-8330-48C3-9C02-4F3ECA7E9D5A}" presName="thickLine" presStyleLbl="alignNode1" presStyleIdx="0" presStyleCnt="5" custLinFactNeighborX="11373"/>
      <dgm:spPr/>
    </dgm:pt>
    <dgm:pt modelId="{A3B5E2A4-BC12-754D-AB03-3C4F62DECADF}" type="pres">
      <dgm:prSet presAssocID="{E9794AAA-8330-48C3-9C02-4F3ECA7E9D5A}" presName="horz1" presStyleCnt="0"/>
      <dgm:spPr/>
    </dgm:pt>
    <dgm:pt modelId="{372173F1-96FD-5A41-A2A8-DBB6419A0672}" type="pres">
      <dgm:prSet presAssocID="{E9794AAA-8330-48C3-9C02-4F3ECA7E9D5A}" presName="tx1" presStyleLbl="revTx" presStyleIdx="0" presStyleCnt="5"/>
      <dgm:spPr/>
    </dgm:pt>
    <dgm:pt modelId="{627B5231-CF26-6A42-86F4-DB09C55B691A}" type="pres">
      <dgm:prSet presAssocID="{E9794AAA-8330-48C3-9C02-4F3ECA7E9D5A}" presName="vert1" presStyleCnt="0"/>
      <dgm:spPr/>
    </dgm:pt>
    <dgm:pt modelId="{F4DC0898-A08B-314C-A00A-B484091DAFB5}" type="pres">
      <dgm:prSet presAssocID="{88758942-2511-4611-A2B2-2EC583C3D6CC}" presName="thickLine" presStyleLbl="alignNode1" presStyleIdx="1" presStyleCnt="5"/>
      <dgm:spPr/>
    </dgm:pt>
    <dgm:pt modelId="{BF859E3A-1075-714A-9F32-AE0B13836483}" type="pres">
      <dgm:prSet presAssocID="{88758942-2511-4611-A2B2-2EC583C3D6CC}" presName="horz1" presStyleCnt="0"/>
      <dgm:spPr/>
    </dgm:pt>
    <dgm:pt modelId="{D7D68F81-4A14-9C4E-8EA5-471A3D173526}" type="pres">
      <dgm:prSet presAssocID="{88758942-2511-4611-A2B2-2EC583C3D6CC}" presName="tx1" presStyleLbl="revTx" presStyleIdx="1" presStyleCnt="5"/>
      <dgm:spPr/>
    </dgm:pt>
    <dgm:pt modelId="{E987235B-D0B9-114A-85A1-53BE02A3F881}" type="pres">
      <dgm:prSet presAssocID="{88758942-2511-4611-A2B2-2EC583C3D6CC}" presName="vert1" presStyleCnt="0"/>
      <dgm:spPr/>
    </dgm:pt>
    <dgm:pt modelId="{24458162-82A6-5147-8074-2FF57FDB0510}" type="pres">
      <dgm:prSet presAssocID="{CE368FB4-C72A-44A0-8BC4-05F44A9FCB92}" presName="thickLine" presStyleLbl="alignNode1" presStyleIdx="2" presStyleCnt="5"/>
      <dgm:spPr/>
    </dgm:pt>
    <dgm:pt modelId="{A96572D9-7D71-8449-9829-09B84EDAFC47}" type="pres">
      <dgm:prSet presAssocID="{CE368FB4-C72A-44A0-8BC4-05F44A9FCB92}" presName="horz1" presStyleCnt="0"/>
      <dgm:spPr/>
    </dgm:pt>
    <dgm:pt modelId="{27E5E677-D913-424B-A017-F2C00C3AFC2F}" type="pres">
      <dgm:prSet presAssocID="{CE368FB4-C72A-44A0-8BC4-05F44A9FCB92}" presName="tx1" presStyleLbl="revTx" presStyleIdx="2" presStyleCnt="5"/>
      <dgm:spPr/>
    </dgm:pt>
    <dgm:pt modelId="{6B6A8B00-BA16-4B46-9D38-C200CA733252}" type="pres">
      <dgm:prSet presAssocID="{CE368FB4-C72A-44A0-8BC4-05F44A9FCB92}" presName="vert1" presStyleCnt="0"/>
      <dgm:spPr/>
    </dgm:pt>
    <dgm:pt modelId="{AA0496B5-AAF7-4E45-9230-1B06E751073D}" type="pres">
      <dgm:prSet presAssocID="{90376154-7ACE-41C5-B33E-0299D806A0B9}" presName="thickLine" presStyleLbl="alignNode1" presStyleIdx="3" presStyleCnt="5"/>
      <dgm:spPr/>
    </dgm:pt>
    <dgm:pt modelId="{5EE643B7-F523-3141-BCAC-B359B620049A}" type="pres">
      <dgm:prSet presAssocID="{90376154-7ACE-41C5-B33E-0299D806A0B9}" presName="horz1" presStyleCnt="0"/>
      <dgm:spPr/>
    </dgm:pt>
    <dgm:pt modelId="{EDD9EC76-0F2A-3D49-909E-6B675C860AA5}" type="pres">
      <dgm:prSet presAssocID="{90376154-7ACE-41C5-B33E-0299D806A0B9}" presName="tx1" presStyleLbl="revTx" presStyleIdx="3" presStyleCnt="5"/>
      <dgm:spPr/>
    </dgm:pt>
    <dgm:pt modelId="{5D45A6DA-03BE-884F-AA8A-3D5C2AE64095}" type="pres">
      <dgm:prSet presAssocID="{90376154-7ACE-41C5-B33E-0299D806A0B9}" presName="vert1" presStyleCnt="0"/>
      <dgm:spPr/>
    </dgm:pt>
    <dgm:pt modelId="{035CE9CF-DCDC-5940-8F98-DBAAE55E7336}" type="pres">
      <dgm:prSet presAssocID="{D41150C5-03AF-4E7F-BD7E-5BBFBDEE8A30}" presName="thickLine" presStyleLbl="alignNode1" presStyleIdx="4" presStyleCnt="5"/>
      <dgm:spPr/>
    </dgm:pt>
    <dgm:pt modelId="{27A5E78F-58AF-9849-A185-A0CC9AC7986B}" type="pres">
      <dgm:prSet presAssocID="{D41150C5-03AF-4E7F-BD7E-5BBFBDEE8A30}" presName="horz1" presStyleCnt="0"/>
      <dgm:spPr/>
    </dgm:pt>
    <dgm:pt modelId="{83E24FF3-7977-B347-8DB6-991F40518F2F}" type="pres">
      <dgm:prSet presAssocID="{D41150C5-03AF-4E7F-BD7E-5BBFBDEE8A30}" presName="tx1" presStyleLbl="revTx" presStyleIdx="4" presStyleCnt="5"/>
      <dgm:spPr/>
    </dgm:pt>
    <dgm:pt modelId="{B7A8581E-99C2-7C4B-A49E-881BFDB19C44}" type="pres">
      <dgm:prSet presAssocID="{D41150C5-03AF-4E7F-BD7E-5BBFBDEE8A30}" presName="vert1" presStyleCnt="0"/>
      <dgm:spPr/>
    </dgm:pt>
  </dgm:ptLst>
  <dgm:cxnLst>
    <dgm:cxn modelId="{3D84DF0A-6857-453B-9840-FA8E650FE48A}" srcId="{0457BDF9-97E8-4D18-BAE9-9A0F84A2A129}" destId="{CE368FB4-C72A-44A0-8BC4-05F44A9FCB92}" srcOrd="2" destOrd="0" parTransId="{8DC087B5-2835-4E51-B278-21CABBF10CA1}" sibTransId="{AEFBF843-A7F7-4E04-9B87-D8128589051D}"/>
    <dgm:cxn modelId="{83D01B42-6976-40CB-91A0-2054AD12C600}" srcId="{0457BDF9-97E8-4D18-BAE9-9A0F84A2A129}" destId="{D41150C5-03AF-4E7F-BD7E-5BBFBDEE8A30}" srcOrd="4" destOrd="0" parTransId="{C204E209-44ED-4BDA-8DBC-14BD4B1206B2}" sibTransId="{D6B793F3-8FBB-42E7-965D-FC21AD97C473}"/>
    <dgm:cxn modelId="{8955D849-1C04-8644-B4F6-B5AFA08B26BF}" type="presOf" srcId="{E9794AAA-8330-48C3-9C02-4F3ECA7E9D5A}" destId="{372173F1-96FD-5A41-A2A8-DBB6419A0672}" srcOrd="0" destOrd="0" presId="urn:microsoft.com/office/officeart/2008/layout/LinedList"/>
    <dgm:cxn modelId="{E188A94D-3BC5-478E-AB2D-F19A6979C73C}" srcId="{0457BDF9-97E8-4D18-BAE9-9A0F84A2A129}" destId="{90376154-7ACE-41C5-B33E-0299D806A0B9}" srcOrd="3" destOrd="0" parTransId="{4859E20F-D101-44E7-8287-0188DA728BF4}" sibTransId="{F70C51E8-8865-4277-B1A8-F70A99B760E3}"/>
    <dgm:cxn modelId="{17E2ED7B-A2CF-7E4F-B7B2-1097D52309C0}" type="presOf" srcId="{90376154-7ACE-41C5-B33E-0299D806A0B9}" destId="{EDD9EC76-0F2A-3D49-909E-6B675C860AA5}" srcOrd="0" destOrd="0" presId="urn:microsoft.com/office/officeart/2008/layout/LinedList"/>
    <dgm:cxn modelId="{D9B0E893-8420-C442-8CE8-050799E0D9C0}" type="presOf" srcId="{0457BDF9-97E8-4D18-BAE9-9A0F84A2A129}" destId="{D0B93A10-E5F0-1541-8AD0-40CF4F9D46A1}" srcOrd="0" destOrd="0" presId="urn:microsoft.com/office/officeart/2008/layout/LinedList"/>
    <dgm:cxn modelId="{7F995A9F-79C0-4AD3-AF9E-E1D9BDF08127}" srcId="{0457BDF9-97E8-4D18-BAE9-9A0F84A2A129}" destId="{E9794AAA-8330-48C3-9C02-4F3ECA7E9D5A}" srcOrd="0" destOrd="0" parTransId="{B8BCB51D-D701-4017-92D0-D4A4A06DB9E3}" sibTransId="{09AD2CBB-70F4-4EFA-B05E-E6655DD31CF9}"/>
    <dgm:cxn modelId="{BC9DAEB1-CCA2-A645-AC9A-707FA698230D}" type="presOf" srcId="{88758942-2511-4611-A2B2-2EC583C3D6CC}" destId="{D7D68F81-4A14-9C4E-8EA5-471A3D173526}" srcOrd="0" destOrd="0" presId="urn:microsoft.com/office/officeart/2008/layout/LinedList"/>
    <dgm:cxn modelId="{8B2DB4D4-5F14-2F48-B91E-F3839DCE9C0D}" type="presOf" srcId="{D41150C5-03AF-4E7F-BD7E-5BBFBDEE8A30}" destId="{83E24FF3-7977-B347-8DB6-991F40518F2F}" srcOrd="0" destOrd="0" presId="urn:microsoft.com/office/officeart/2008/layout/LinedList"/>
    <dgm:cxn modelId="{F0D8EFD9-FCD4-5545-A4A5-5EAE4FD4630C}" type="presOf" srcId="{CE368FB4-C72A-44A0-8BC4-05F44A9FCB92}" destId="{27E5E677-D913-424B-A017-F2C00C3AFC2F}" srcOrd="0" destOrd="0" presId="urn:microsoft.com/office/officeart/2008/layout/LinedList"/>
    <dgm:cxn modelId="{4C9302F8-DF80-431D-96F6-10E4E0814DA8}" srcId="{0457BDF9-97E8-4D18-BAE9-9A0F84A2A129}" destId="{88758942-2511-4611-A2B2-2EC583C3D6CC}" srcOrd="1" destOrd="0" parTransId="{64920188-F09D-4BE1-AE78-825A31D5A3B0}" sibTransId="{414E3128-5745-45D9-84F6-8A79315986F8}"/>
    <dgm:cxn modelId="{B2B1561C-2151-DC4C-8B1C-453B5D52E5BA}" type="presParOf" srcId="{D0B93A10-E5F0-1541-8AD0-40CF4F9D46A1}" destId="{2E26D907-641D-AB4D-8E5D-FCA9F91006E1}" srcOrd="0" destOrd="0" presId="urn:microsoft.com/office/officeart/2008/layout/LinedList"/>
    <dgm:cxn modelId="{124BBAF4-5E68-E14A-BDA5-2A446CA8605C}" type="presParOf" srcId="{D0B93A10-E5F0-1541-8AD0-40CF4F9D46A1}" destId="{A3B5E2A4-BC12-754D-AB03-3C4F62DECADF}" srcOrd="1" destOrd="0" presId="urn:microsoft.com/office/officeart/2008/layout/LinedList"/>
    <dgm:cxn modelId="{EC395623-9934-5647-976A-1FC8171BF89A}" type="presParOf" srcId="{A3B5E2A4-BC12-754D-AB03-3C4F62DECADF}" destId="{372173F1-96FD-5A41-A2A8-DBB6419A0672}" srcOrd="0" destOrd="0" presId="urn:microsoft.com/office/officeart/2008/layout/LinedList"/>
    <dgm:cxn modelId="{88F8B86A-EA0A-5C4E-A785-A9AA27FAF50E}" type="presParOf" srcId="{A3B5E2A4-BC12-754D-AB03-3C4F62DECADF}" destId="{627B5231-CF26-6A42-86F4-DB09C55B691A}" srcOrd="1" destOrd="0" presId="urn:microsoft.com/office/officeart/2008/layout/LinedList"/>
    <dgm:cxn modelId="{FB51CA2A-0899-2843-8144-AB000861F06E}" type="presParOf" srcId="{D0B93A10-E5F0-1541-8AD0-40CF4F9D46A1}" destId="{F4DC0898-A08B-314C-A00A-B484091DAFB5}" srcOrd="2" destOrd="0" presId="urn:microsoft.com/office/officeart/2008/layout/LinedList"/>
    <dgm:cxn modelId="{5774A5CA-CD95-8B40-92E5-C641D2458B8A}" type="presParOf" srcId="{D0B93A10-E5F0-1541-8AD0-40CF4F9D46A1}" destId="{BF859E3A-1075-714A-9F32-AE0B13836483}" srcOrd="3" destOrd="0" presId="urn:microsoft.com/office/officeart/2008/layout/LinedList"/>
    <dgm:cxn modelId="{8A0095EA-D605-B14D-AE8F-9FAB70A5C138}" type="presParOf" srcId="{BF859E3A-1075-714A-9F32-AE0B13836483}" destId="{D7D68F81-4A14-9C4E-8EA5-471A3D173526}" srcOrd="0" destOrd="0" presId="urn:microsoft.com/office/officeart/2008/layout/LinedList"/>
    <dgm:cxn modelId="{C30E12AC-4F8A-B34A-9131-3754B96439D0}" type="presParOf" srcId="{BF859E3A-1075-714A-9F32-AE0B13836483}" destId="{E987235B-D0B9-114A-85A1-53BE02A3F881}" srcOrd="1" destOrd="0" presId="urn:microsoft.com/office/officeart/2008/layout/LinedList"/>
    <dgm:cxn modelId="{1F92FDD8-E50C-DC41-8436-B0BED6B437F6}" type="presParOf" srcId="{D0B93A10-E5F0-1541-8AD0-40CF4F9D46A1}" destId="{24458162-82A6-5147-8074-2FF57FDB0510}" srcOrd="4" destOrd="0" presId="urn:microsoft.com/office/officeart/2008/layout/LinedList"/>
    <dgm:cxn modelId="{42ABC8F4-CDAA-7646-BB46-DA2CAC32CA70}" type="presParOf" srcId="{D0B93A10-E5F0-1541-8AD0-40CF4F9D46A1}" destId="{A96572D9-7D71-8449-9829-09B84EDAFC47}" srcOrd="5" destOrd="0" presId="urn:microsoft.com/office/officeart/2008/layout/LinedList"/>
    <dgm:cxn modelId="{32B00270-41C6-0240-834F-53C27E80BBA7}" type="presParOf" srcId="{A96572D9-7D71-8449-9829-09B84EDAFC47}" destId="{27E5E677-D913-424B-A017-F2C00C3AFC2F}" srcOrd="0" destOrd="0" presId="urn:microsoft.com/office/officeart/2008/layout/LinedList"/>
    <dgm:cxn modelId="{CB1E6396-CF5E-C748-8999-7739D090E9B2}" type="presParOf" srcId="{A96572D9-7D71-8449-9829-09B84EDAFC47}" destId="{6B6A8B00-BA16-4B46-9D38-C200CA733252}" srcOrd="1" destOrd="0" presId="urn:microsoft.com/office/officeart/2008/layout/LinedList"/>
    <dgm:cxn modelId="{126F7274-5BA3-F74B-B942-BEEB3C62F171}" type="presParOf" srcId="{D0B93A10-E5F0-1541-8AD0-40CF4F9D46A1}" destId="{AA0496B5-AAF7-4E45-9230-1B06E751073D}" srcOrd="6" destOrd="0" presId="urn:microsoft.com/office/officeart/2008/layout/LinedList"/>
    <dgm:cxn modelId="{27059828-321D-AC44-8966-A140DA882FB6}" type="presParOf" srcId="{D0B93A10-E5F0-1541-8AD0-40CF4F9D46A1}" destId="{5EE643B7-F523-3141-BCAC-B359B620049A}" srcOrd="7" destOrd="0" presId="urn:microsoft.com/office/officeart/2008/layout/LinedList"/>
    <dgm:cxn modelId="{7E0FAB6B-98D3-594E-9993-98145C1BFB6A}" type="presParOf" srcId="{5EE643B7-F523-3141-BCAC-B359B620049A}" destId="{EDD9EC76-0F2A-3D49-909E-6B675C860AA5}" srcOrd="0" destOrd="0" presId="urn:microsoft.com/office/officeart/2008/layout/LinedList"/>
    <dgm:cxn modelId="{2EBED77D-227D-DC4A-BA76-359C4097EC4C}" type="presParOf" srcId="{5EE643B7-F523-3141-BCAC-B359B620049A}" destId="{5D45A6DA-03BE-884F-AA8A-3D5C2AE64095}" srcOrd="1" destOrd="0" presId="urn:microsoft.com/office/officeart/2008/layout/LinedList"/>
    <dgm:cxn modelId="{D0EE797B-BE64-0848-B731-C48E89EE710D}" type="presParOf" srcId="{D0B93A10-E5F0-1541-8AD0-40CF4F9D46A1}" destId="{035CE9CF-DCDC-5940-8F98-DBAAE55E7336}" srcOrd="8" destOrd="0" presId="urn:microsoft.com/office/officeart/2008/layout/LinedList"/>
    <dgm:cxn modelId="{0AE2F759-AB4E-3149-B653-DE7294AA2946}" type="presParOf" srcId="{D0B93A10-E5F0-1541-8AD0-40CF4F9D46A1}" destId="{27A5E78F-58AF-9849-A185-A0CC9AC7986B}" srcOrd="9" destOrd="0" presId="urn:microsoft.com/office/officeart/2008/layout/LinedList"/>
    <dgm:cxn modelId="{F7F4FCB7-BCE1-CD4D-9BFA-5AD5BE7E9F56}" type="presParOf" srcId="{27A5E78F-58AF-9849-A185-A0CC9AC7986B}" destId="{83E24FF3-7977-B347-8DB6-991F40518F2F}" srcOrd="0" destOrd="0" presId="urn:microsoft.com/office/officeart/2008/layout/LinedList"/>
    <dgm:cxn modelId="{5B42D24E-F286-5745-8208-B6D11BA8FE56}" type="presParOf" srcId="{27A5E78F-58AF-9849-A185-A0CC9AC7986B}" destId="{B7A8581E-99C2-7C4B-A49E-881BFDB19C4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6161477-DB9F-4196-AB59-A6EF2C40969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DF95674-93B6-4D1F-AF77-B89420D685AC}">
      <dgm:prSet/>
      <dgm:spPr/>
      <dgm:t>
        <a:bodyPr/>
        <a:lstStyle/>
        <a:p>
          <a:r>
            <a:rPr lang="en-US"/>
            <a:t>A1 Injection</a:t>
          </a:r>
        </a:p>
      </dgm:t>
    </dgm:pt>
    <dgm:pt modelId="{4CF270ED-1E22-4730-957A-055643D241D8}" type="parTrans" cxnId="{43A0DCA7-1D6B-489E-B7E3-4CD27211E8C2}">
      <dgm:prSet/>
      <dgm:spPr/>
      <dgm:t>
        <a:bodyPr/>
        <a:lstStyle/>
        <a:p>
          <a:endParaRPr lang="en-US"/>
        </a:p>
      </dgm:t>
    </dgm:pt>
    <dgm:pt modelId="{4F796555-4D46-48EB-B22E-255F20C12A20}" type="sibTrans" cxnId="{43A0DCA7-1D6B-489E-B7E3-4CD27211E8C2}">
      <dgm:prSet/>
      <dgm:spPr/>
      <dgm:t>
        <a:bodyPr/>
        <a:lstStyle/>
        <a:p>
          <a:endParaRPr lang="en-US"/>
        </a:p>
      </dgm:t>
    </dgm:pt>
    <dgm:pt modelId="{CA8DCABE-4F33-497E-BFCA-DD5E01D74C8E}">
      <dgm:prSet/>
      <dgm:spPr/>
      <dgm:t>
        <a:bodyPr/>
        <a:lstStyle/>
        <a:p>
          <a:r>
            <a:rPr lang="en-US"/>
            <a:t>A2 Broken Authentication and Session Management</a:t>
          </a:r>
        </a:p>
      </dgm:t>
    </dgm:pt>
    <dgm:pt modelId="{1ED16609-FF72-4A4D-B1F2-E09267042BEB}" type="parTrans" cxnId="{5A85911D-117A-4207-B557-74860A7D7F97}">
      <dgm:prSet/>
      <dgm:spPr/>
      <dgm:t>
        <a:bodyPr/>
        <a:lstStyle/>
        <a:p>
          <a:endParaRPr lang="en-US"/>
        </a:p>
      </dgm:t>
    </dgm:pt>
    <dgm:pt modelId="{CAA32C18-C022-4E60-86FB-2DCAE600429D}" type="sibTrans" cxnId="{5A85911D-117A-4207-B557-74860A7D7F97}">
      <dgm:prSet/>
      <dgm:spPr/>
      <dgm:t>
        <a:bodyPr/>
        <a:lstStyle/>
        <a:p>
          <a:endParaRPr lang="en-US"/>
        </a:p>
      </dgm:t>
    </dgm:pt>
    <dgm:pt modelId="{9A70DC9E-BF67-4DBA-A4AB-E9FD9645CF6C}">
      <dgm:prSet/>
      <dgm:spPr/>
      <dgm:t>
        <a:bodyPr/>
        <a:lstStyle/>
        <a:p>
          <a:r>
            <a:rPr lang="en-US"/>
            <a:t>A3 Cross-Site Scripting (XSS)</a:t>
          </a:r>
        </a:p>
      </dgm:t>
    </dgm:pt>
    <dgm:pt modelId="{ACFA47AC-BAB5-4056-AC2B-3866F59354DB}" type="parTrans" cxnId="{9AE6D39E-1018-4FB9-AED2-6FE72AC84BA8}">
      <dgm:prSet/>
      <dgm:spPr/>
      <dgm:t>
        <a:bodyPr/>
        <a:lstStyle/>
        <a:p>
          <a:endParaRPr lang="en-US"/>
        </a:p>
      </dgm:t>
    </dgm:pt>
    <dgm:pt modelId="{9A1EFB6B-CAB7-4B41-9A29-7486D615F854}" type="sibTrans" cxnId="{9AE6D39E-1018-4FB9-AED2-6FE72AC84BA8}">
      <dgm:prSet/>
      <dgm:spPr/>
      <dgm:t>
        <a:bodyPr/>
        <a:lstStyle/>
        <a:p>
          <a:endParaRPr lang="en-US"/>
        </a:p>
      </dgm:t>
    </dgm:pt>
    <dgm:pt modelId="{842505DB-64A9-4BF9-95B1-518508CA5F4D}">
      <dgm:prSet/>
      <dgm:spPr/>
      <dgm:t>
        <a:bodyPr/>
        <a:lstStyle/>
        <a:p>
          <a:r>
            <a:rPr lang="en-US"/>
            <a:t>A4 Insecure Direct Object References</a:t>
          </a:r>
        </a:p>
      </dgm:t>
    </dgm:pt>
    <dgm:pt modelId="{19E85BA9-5AA7-4D72-9CDE-DF19752B450D}" type="parTrans" cxnId="{63476E38-3501-4773-9EBD-253F87C60A41}">
      <dgm:prSet/>
      <dgm:spPr/>
      <dgm:t>
        <a:bodyPr/>
        <a:lstStyle/>
        <a:p>
          <a:endParaRPr lang="en-US"/>
        </a:p>
      </dgm:t>
    </dgm:pt>
    <dgm:pt modelId="{BDA07883-2D74-4322-B1FA-7D7ABD128C29}" type="sibTrans" cxnId="{63476E38-3501-4773-9EBD-253F87C60A41}">
      <dgm:prSet/>
      <dgm:spPr/>
      <dgm:t>
        <a:bodyPr/>
        <a:lstStyle/>
        <a:p>
          <a:endParaRPr lang="en-US"/>
        </a:p>
      </dgm:t>
    </dgm:pt>
    <dgm:pt modelId="{DB5F2F20-D0DC-41CC-B393-AA60952D17F4}">
      <dgm:prSet/>
      <dgm:spPr/>
      <dgm:t>
        <a:bodyPr/>
        <a:lstStyle/>
        <a:p>
          <a:r>
            <a:rPr lang="en-US"/>
            <a:t>A5 Security Misconfiguration</a:t>
          </a:r>
        </a:p>
      </dgm:t>
    </dgm:pt>
    <dgm:pt modelId="{40EF76DB-3CD5-4FCB-A88C-0115B3FD9EAE}" type="parTrans" cxnId="{B4ED41FB-56BF-4D87-A968-FBCA4B345FA3}">
      <dgm:prSet/>
      <dgm:spPr/>
      <dgm:t>
        <a:bodyPr/>
        <a:lstStyle/>
        <a:p>
          <a:endParaRPr lang="en-US"/>
        </a:p>
      </dgm:t>
    </dgm:pt>
    <dgm:pt modelId="{5BDFD8C1-A6E4-49D2-BC4E-9E1FBEF293FD}" type="sibTrans" cxnId="{B4ED41FB-56BF-4D87-A968-FBCA4B345FA3}">
      <dgm:prSet/>
      <dgm:spPr/>
      <dgm:t>
        <a:bodyPr/>
        <a:lstStyle/>
        <a:p>
          <a:endParaRPr lang="en-US"/>
        </a:p>
      </dgm:t>
    </dgm:pt>
    <dgm:pt modelId="{F518CF13-F6CC-44FA-BD56-98D162E7C5BE}">
      <dgm:prSet/>
      <dgm:spPr/>
      <dgm:t>
        <a:bodyPr/>
        <a:lstStyle/>
        <a:p>
          <a:r>
            <a:rPr lang="en-US"/>
            <a:t>A6 Sensitive Data Exposure</a:t>
          </a:r>
        </a:p>
      </dgm:t>
    </dgm:pt>
    <dgm:pt modelId="{7DF06877-7E9E-4E63-8E54-D2A2CD6378CD}" type="parTrans" cxnId="{571CF0D9-1C79-4DCA-954A-02CEC1FD3DBD}">
      <dgm:prSet/>
      <dgm:spPr/>
      <dgm:t>
        <a:bodyPr/>
        <a:lstStyle/>
        <a:p>
          <a:endParaRPr lang="en-US"/>
        </a:p>
      </dgm:t>
    </dgm:pt>
    <dgm:pt modelId="{8084E4F1-8F08-4221-8786-0BBDF569A805}" type="sibTrans" cxnId="{571CF0D9-1C79-4DCA-954A-02CEC1FD3DBD}">
      <dgm:prSet/>
      <dgm:spPr/>
      <dgm:t>
        <a:bodyPr/>
        <a:lstStyle/>
        <a:p>
          <a:endParaRPr lang="en-US"/>
        </a:p>
      </dgm:t>
    </dgm:pt>
    <dgm:pt modelId="{E0D26EB3-EBBE-4E20-BFA9-7C6810F12673}">
      <dgm:prSet/>
      <dgm:spPr/>
      <dgm:t>
        <a:bodyPr/>
        <a:lstStyle/>
        <a:p>
          <a:r>
            <a:rPr lang="en-US"/>
            <a:t>A7 Missing Function Level Access Control</a:t>
          </a:r>
        </a:p>
      </dgm:t>
    </dgm:pt>
    <dgm:pt modelId="{4BC2CFC0-AB1C-4F44-87E0-CBCC2C65EDA1}" type="parTrans" cxnId="{60E71A0D-EEFC-41B3-8F8D-4DE548C9CBC9}">
      <dgm:prSet/>
      <dgm:spPr/>
      <dgm:t>
        <a:bodyPr/>
        <a:lstStyle/>
        <a:p>
          <a:endParaRPr lang="en-US"/>
        </a:p>
      </dgm:t>
    </dgm:pt>
    <dgm:pt modelId="{F51EE767-AD30-4D1D-9BE9-CA2FC17A9853}" type="sibTrans" cxnId="{60E71A0D-EEFC-41B3-8F8D-4DE548C9CBC9}">
      <dgm:prSet/>
      <dgm:spPr/>
      <dgm:t>
        <a:bodyPr/>
        <a:lstStyle/>
        <a:p>
          <a:endParaRPr lang="en-US"/>
        </a:p>
      </dgm:t>
    </dgm:pt>
    <dgm:pt modelId="{811A08B4-5B43-440A-AD5D-29A39A2FDB50}">
      <dgm:prSet/>
      <dgm:spPr/>
      <dgm:t>
        <a:bodyPr/>
        <a:lstStyle/>
        <a:p>
          <a:r>
            <a:rPr lang="en-US"/>
            <a:t>A8 Cross-Site Request Forgery (CSRF)</a:t>
          </a:r>
        </a:p>
      </dgm:t>
    </dgm:pt>
    <dgm:pt modelId="{59F56193-1ED3-40B9-833A-8E20AC4D2039}" type="parTrans" cxnId="{10B54A5D-C761-4D8D-8421-BB3787D0D606}">
      <dgm:prSet/>
      <dgm:spPr/>
      <dgm:t>
        <a:bodyPr/>
        <a:lstStyle/>
        <a:p>
          <a:endParaRPr lang="en-US"/>
        </a:p>
      </dgm:t>
    </dgm:pt>
    <dgm:pt modelId="{F95C9414-347B-4D9B-A8E8-AE951C5C054A}" type="sibTrans" cxnId="{10B54A5D-C761-4D8D-8421-BB3787D0D606}">
      <dgm:prSet/>
      <dgm:spPr/>
      <dgm:t>
        <a:bodyPr/>
        <a:lstStyle/>
        <a:p>
          <a:endParaRPr lang="en-US"/>
        </a:p>
      </dgm:t>
    </dgm:pt>
    <dgm:pt modelId="{6096B6C2-624A-45B7-9168-A072DD94D973}">
      <dgm:prSet/>
      <dgm:spPr/>
      <dgm:t>
        <a:bodyPr/>
        <a:lstStyle/>
        <a:p>
          <a:r>
            <a:rPr lang="en-US"/>
            <a:t>A9 Using Components with Known Vulnerabilities</a:t>
          </a:r>
        </a:p>
      </dgm:t>
    </dgm:pt>
    <dgm:pt modelId="{892517BB-202A-4308-9147-4E06FE616679}" type="parTrans" cxnId="{C7BA3443-AAC2-45D7-B5F6-3520AC72ADD2}">
      <dgm:prSet/>
      <dgm:spPr/>
      <dgm:t>
        <a:bodyPr/>
        <a:lstStyle/>
        <a:p>
          <a:endParaRPr lang="en-US"/>
        </a:p>
      </dgm:t>
    </dgm:pt>
    <dgm:pt modelId="{D46FCB53-4EE4-4723-9320-7F1E25C0B3F3}" type="sibTrans" cxnId="{C7BA3443-AAC2-45D7-B5F6-3520AC72ADD2}">
      <dgm:prSet/>
      <dgm:spPr/>
      <dgm:t>
        <a:bodyPr/>
        <a:lstStyle/>
        <a:p>
          <a:endParaRPr lang="en-US"/>
        </a:p>
      </dgm:t>
    </dgm:pt>
    <dgm:pt modelId="{763887C6-8377-4647-AC8F-3EC225151B27}">
      <dgm:prSet/>
      <dgm:spPr/>
      <dgm:t>
        <a:bodyPr/>
        <a:lstStyle/>
        <a:p>
          <a:r>
            <a:rPr lang="en-US"/>
            <a:t>A10 Unvalidated Redirects and Forwards</a:t>
          </a:r>
        </a:p>
      </dgm:t>
    </dgm:pt>
    <dgm:pt modelId="{6940B0A8-E33B-4437-ABDA-685839ED400B}" type="parTrans" cxnId="{6ADC3998-6891-43C4-81ED-BE45B3FDECDB}">
      <dgm:prSet/>
      <dgm:spPr/>
      <dgm:t>
        <a:bodyPr/>
        <a:lstStyle/>
        <a:p>
          <a:endParaRPr lang="en-US"/>
        </a:p>
      </dgm:t>
    </dgm:pt>
    <dgm:pt modelId="{C84AEDB6-34E1-4273-9C98-649F3A2EECA6}" type="sibTrans" cxnId="{6ADC3998-6891-43C4-81ED-BE45B3FDECDB}">
      <dgm:prSet/>
      <dgm:spPr/>
      <dgm:t>
        <a:bodyPr/>
        <a:lstStyle/>
        <a:p>
          <a:endParaRPr lang="en-US"/>
        </a:p>
      </dgm:t>
    </dgm:pt>
    <dgm:pt modelId="{8D01BA7B-317E-BF4B-BE64-522B1FACB9A2}" type="pres">
      <dgm:prSet presAssocID="{26161477-DB9F-4196-AB59-A6EF2C40969C}" presName="vert0" presStyleCnt="0">
        <dgm:presLayoutVars>
          <dgm:dir/>
          <dgm:animOne val="branch"/>
          <dgm:animLvl val="lvl"/>
        </dgm:presLayoutVars>
      </dgm:prSet>
      <dgm:spPr/>
    </dgm:pt>
    <dgm:pt modelId="{DD711546-641E-DF4E-BE6F-E05B6C7D56A7}" type="pres">
      <dgm:prSet presAssocID="{BDF95674-93B6-4D1F-AF77-B89420D685AC}" presName="thickLine" presStyleLbl="alignNode1" presStyleIdx="0" presStyleCnt="10"/>
      <dgm:spPr/>
    </dgm:pt>
    <dgm:pt modelId="{EBEEC041-A53E-E344-B9E2-4966E9AF83B9}" type="pres">
      <dgm:prSet presAssocID="{BDF95674-93B6-4D1F-AF77-B89420D685AC}" presName="horz1" presStyleCnt="0"/>
      <dgm:spPr/>
    </dgm:pt>
    <dgm:pt modelId="{A42D4DD3-7B79-364D-A3E4-1C26EFF0FD44}" type="pres">
      <dgm:prSet presAssocID="{BDF95674-93B6-4D1F-AF77-B89420D685AC}" presName="tx1" presStyleLbl="revTx" presStyleIdx="0" presStyleCnt="10"/>
      <dgm:spPr/>
    </dgm:pt>
    <dgm:pt modelId="{8466C14C-1FD7-0B4E-BC8E-1322DE512A28}" type="pres">
      <dgm:prSet presAssocID="{BDF95674-93B6-4D1F-AF77-B89420D685AC}" presName="vert1" presStyleCnt="0"/>
      <dgm:spPr/>
    </dgm:pt>
    <dgm:pt modelId="{84679A64-7F78-874F-887D-BDA67C7D2DEA}" type="pres">
      <dgm:prSet presAssocID="{CA8DCABE-4F33-497E-BFCA-DD5E01D74C8E}" presName="thickLine" presStyleLbl="alignNode1" presStyleIdx="1" presStyleCnt="10"/>
      <dgm:spPr/>
    </dgm:pt>
    <dgm:pt modelId="{43A6F6AE-7BAC-0642-81C3-22095A497864}" type="pres">
      <dgm:prSet presAssocID="{CA8DCABE-4F33-497E-BFCA-DD5E01D74C8E}" presName="horz1" presStyleCnt="0"/>
      <dgm:spPr/>
    </dgm:pt>
    <dgm:pt modelId="{466CD697-8DDA-2A4D-A514-F1F85F99AEFA}" type="pres">
      <dgm:prSet presAssocID="{CA8DCABE-4F33-497E-BFCA-DD5E01D74C8E}" presName="tx1" presStyleLbl="revTx" presStyleIdx="1" presStyleCnt="10"/>
      <dgm:spPr/>
    </dgm:pt>
    <dgm:pt modelId="{7F254962-993F-E24B-81E7-0CE88F4F8479}" type="pres">
      <dgm:prSet presAssocID="{CA8DCABE-4F33-497E-BFCA-DD5E01D74C8E}" presName="vert1" presStyleCnt="0"/>
      <dgm:spPr/>
    </dgm:pt>
    <dgm:pt modelId="{40B367BA-CE4F-D945-A5E5-64144B89D5AE}" type="pres">
      <dgm:prSet presAssocID="{9A70DC9E-BF67-4DBA-A4AB-E9FD9645CF6C}" presName="thickLine" presStyleLbl="alignNode1" presStyleIdx="2" presStyleCnt="10"/>
      <dgm:spPr/>
    </dgm:pt>
    <dgm:pt modelId="{2B5C98EB-E97E-484D-9F9E-F637082E7DA3}" type="pres">
      <dgm:prSet presAssocID="{9A70DC9E-BF67-4DBA-A4AB-E9FD9645CF6C}" presName="horz1" presStyleCnt="0"/>
      <dgm:spPr/>
    </dgm:pt>
    <dgm:pt modelId="{BF920819-C463-E849-9D28-2ED2EF1B2B29}" type="pres">
      <dgm:prSet presAssocID="{9A70DC9E-BF67-4DBA-A4AB-E9FD9645CF6C}" presName="tx1" presStyleLbl="revTx" presStyleIdx="2" presStyleCnt="10"/>
      <dgm:spPr/>
    </dgm:pt>
    <dgm:pt modelId="{4ABF6CA3-8DFA-0E4C-BF11-40D4C6D59EB7}" type="pres">
      <dgm:prSet presAssocID="{9A70DC9E-BF67-4DBA-A4AB-E9FD9645CF6C}" presName="vert1" presStyleCnt="0"/>
      <dgm:spPr/>
    </dgm:pt>
    <dgm:pt modelId="{89B6BED2-5CE2-5E4C-9BD3-B491F1E76651}" type="pres">
      <dgm:prSet presAssocID="{842505DB-64A9-4BF9-95B1-518508CA5F4D}" presName="thickLine" presStyleLbl="alignNode1" presStyleIdx="3" presStyleCnt="10"/>
      <dgm:spPr/>
    </dgm:pt>
    <dgm:pt modelId="{AAC2A040-93C8-294F-A55E-900516182866}" type="pres">
      <dgm:prSet presAssocID="{842505DB-64A9-4BF9-95B1-518508CA5F4D}" presName="horz1" presStyleCnt="0"/>
      <dgm:spPr/>
    </dgm:pt>
    <dgm:pt modelId="{A586900E-6101-2C47-A749-0DF4037D489E}" type="pres">
      <dgm:prSet presAssocID="{842505DB-64A9-4BF9-95B1-518508CA5F4D}" presName="tx1" presStyleLbl="revTx" presStyleIdx="3" presStyleCnt="10"/>
      <dgm:spPr/>
    </dgm:pt>
    <dgm:pt modelId="{4D4A684A-BE54-1D4B-91DC-C7FFC8246DFE}" type="pres">
      <dgm:prSet presAssocID="{842505DB-64A9-4BF9-95B1-518508CA5F4D}" presName="vert1" presStyleCnt="0"/>
      <dgm:spPr/>
    </dgm:pt>
    <dgm:pt modelId="{92C35278-D8B0-9E49-AFEC-4F52D8607A2A}" type="pres">
      <dgm:prSet presAssocID="{DB5F2F20-D0DC-41CC-B393-AA60952D17F4}" presName="thickLine" presStyleLbl="alignNode1" presStyleIdx="4" presStyleCnt="10"/>
      <dgm:spPr/>
    </dgm:pt>
    <dgm:pt modelId="{290E44B4-4568-A347-8068-C78F763B1EDD}" type="pres">
      <dgm:prSet presAssocID="{DB5F2F20-D0DC-41CC-B393-AA60952D17F4}" presName="horz1" presStyleCnt="0"/>
      <dgm:spPr/>
    </dgm:pt>
    <dgm:pt modelId="{D5FA1AFE-0005-954C-8B6E-69D3F3439C2F}" type="pres">
      <dgm:prSet presAssocID="{DB5F2F20-D0DC-41CC-B393-AA60952D17F4}" presName="tx1" presStyleLbl="revTx" presStyleIdx="4" presStyleCnt="10"/>
      <dgm:spPr/>
    </dgm:pt>
    <dgm:pt modelId="{27119218-B48B-7441-8BD0-8E31910174F4}" type="pres">
      <dgm:prSet presAssocID="{DB5F2F20-D0DC-41CC-B393-AA60952D17F4}" presName="vert1" presStyleCnt="0"/>
      <dgm:spPr/>
    </dgm:pt>
    <dgm:pt modelId="{0F793DDD-3A7B-5C45-89EF-6ADB8F2FF2D4}" type="pres">
      <dgm:prSet presAssocID="{F518CF13-F6CC-44FA-BD56-98D162E7C5BE}" presName="thickLine" presStyleLbl="alignNode1" presStyleIdx="5" presStyleCnt="10"/>
      <dgm:spPr/>
    </dgm:pt>
    <dgm:pt modelId="{0B54F54F-0C17-8E40-BD40-DF4FFBBBCA72}" type="pres">
      <dgm:prSet presAssocID="{F518CF13-F6CC-44FA-BD56-98D162E7C5BE}" presName="horz1" presStyleCnt="0"/>
      <dgm:spPr/>
    </dgm:pt>
    <dgm:pt modelId="{1487C45D-5C59-F44E-A440-4B63E324343F}" type="pres">
      <dgm:prSet presAssocID="{F518CF13-F6CC-44FA-BD56-98D162E7C5BE}" presName="tx1" presStyleLbl="revTx" presStyleIdx="5" presStyleCnt="10"/>
      <dgm:spPr/>
    </dgm:pt>
    <dgm:pt modelId="{2F64D43B-E9B8-9B4A-B822-E978720D5877}" type="pres">
      <dgm:prSet presAssocID="{F518CF13-F6CC-44FA-BD56-98D162E7C5BE}" presName="vert1" presStyleCnt="0"/>
      <dgm:spPr/>
    </dgm:pt>
    <dgm:pt modelId="{C8C90816-33EF-D44B-8BBC-734FE8EC99A7}" type="pres">
      <dgm:prSet presAssocID="{E0D26EB3-EBBE-4E20-BFA9-7C6810F12673}" presName="thickLine" presStyleLbl="alignNode1" presStyleIdx="6" presStyleCnt="10"/>
      <dgm:spPr/>
    </dgm:pt>
    <dgm:pt modelId="{D04676F6-E341-264A-9835-178461DCC97B}" type="pres">
      <dgm:prSet presAssocID="{E0D26EB3-EBBE-4E20-BFA9-7C6810F12673}" presName="horz1" presStyleCnt="0"/>
      <dgm:spPr/>
    </dgm:pt>
    <dgm:pt modelId="{B293EA0F-036E-BF40-9161-EDC34303A63C}" type="pres">
      <dgm:prSet presAssocID="{E0D26EB3-EBBE-4E20-BFA9-7C6810F12673}" presName="tx1" presStyleLbl="revTx" presStyleIdx="6" presStyleCnt="10"/>
      <dgm:spPr/>
    </dgm:pt>
    <dgm:pt modelId="{C58E8B77-E272-6A46-B4F5-4C4347C646E4}" type="pres">
      <dgm:prSet presAssocID="{E0D26EB3-EBBE-4E20-BFA9-7C6810F12673}" presName="vert1" presStyleCnt="0"/>
      <dgm:spPr/>
    </dgm:pt>
    <dgm:pt modelId="{96D3B58F-B167-9146-BAE4-9A22E8C83C5D}" type="pres">
      <dgm:prSet presAssocID="{811A08B4-5B43-440A-AD5D-29A39A2FDB50}" presName="thickLine" presStyleLbl="alignNode1" presStyleIdx="7" presStyleCnt="10"/>
      <dgm:spPr/>
    </dgm:pt>
    <dgm:pt modelId="{611BD38B-E020-3F4E-9792-9AE53AF6B93B}" type="pres">
      <dgm:prSet presAssocID="{811A08B4-5B43-440A-AD5D-29A39A2FDB50}" presName="horz1" presStyleCnt="0"/>
      <dgm:spPr/>
    </dgm:pt>
    <dgm:pt modelId="{59CE7CFE-6AD5-A141-954C-DF9C8D398D36}" type="pres">
      <dgm:prSet presAssocID="{811A08B4-5B43-440A-AD5D-29A39A2FDB50}" presName="tx1" presStyleLbl="revTx" presStyleIdx="7" presStyleCnt="10"/>
      <dgm:spPr/>
    </dgm:pt>
    <dgm:pt modelId="{E3209802-37FC-B64C-8397-A1356701638B}" type="pres">
      <dgm:prSet presAssocID="{811A08B4-5B43-440A-AD5D-29A39A2FDB50}" presName="vert1" presStyleCnt="0"/>
      <dgm:spPr/>
    </dgm:pt>
    <dgm:pt modelId="{D85F8188-D6E0-F04F-A8DA-C6A7000EC625}" type="pres">
      <dgm:prSet presAssocID="{6096B6C2-624A-45B7-9168-A072DD94D973}" presName="thickLine" presStyleLbl="alignNode1" presStyleIdx="8" presStyleCnt="10"/>
      <dgm:spPr/>
    </dgm:pt>
    <dgm:pt modelId="{885A53F4-E4DD-C449-BFDF-75FD9D24ABBC}" type="pres">
      <dgm:prSet presAssocID="{6096B6C2-624A-45B7-9168-A072DD94D973}" presName="horz1" presStyleCnt="0"/>
      <dgm:spPr/>
    </dgm:pt>
    <dgm:pt modelId="{37AB08B5-9210-5D4E-94C5-9D9FD90DF9A6}" type="pres">
      <dgm:prSet presAssocID="{6096B6C2-624A-45B7-9168-A072DD94D973}" presName="tx1" presStyleLbl="revTx" presStyleIdx="8" presStyleCnt="10"/>
      <dgm:spPr/>
    </dgm:pt>
    <dgm:pt modelId="{327B7821-847C-0346-882C-539D5207A9E2}" type="pres">
      <dgm:prSet presAssocID="{6096B6C2-624A-45B7-9168-A072DD94D973}" presName="vert1" presStyleCnt="0"/>
      <dgm:spPr/>
    </dgm:pt>
    <dgm:pt modelId="{E876CC62-9F36-EC4A-9E65-3236295C9211}" type="pres">
      <dgm:prSet presAssocID="{763887C6-8377-4647-AC8F-3EC225151B27}" presName="thickLine" presStyleLbl="alignNode1" presStyleIdx="9" presStyleCnt="10"/>
      <dgm:spPr/>
    </dgm:pt>
    <dgm:pt modelId="{CF6B4C78-D661-2D47-917F-F941E3E7CAB5}" type="pres">
      <dgm:prSet presAssocID="{763887C6-8377-4647-AC8F-3EC225151B27}" presName="horz1" presStyleCnt="0"/>
      <dgm:spPr/>
    </dgm:pt>
    <dgm:pt modelId="{C0C736ED-BC03-9140-B6B8-CA042A5A0FF8}" type="pres">
      <dgm:prSet presAssocID="{763887C6-8377-4647-AC8F-3EC225151B27}" presName="tx1" presStyleLbl="revTx" presStyleIdx="9" presStyleCnt="10"/>
      <dgm:spPr/>
    </dgm:pt>
    <dgm:pt modelId="{E1C915AF-64F7-434A-9F32-933CAEBD0F05}" type="pres">
      <dgm:prSet presAssocID="{763887C6-8377-4647-AC8F-3EC225151B27}" presName="vert1" presStyleCnt="0"/>
      <dgm:spPr/>
    </dgm:pt>
  </dgm:ptLst>
  <dgm:cxnLst>
    <dgm:cxn modelId="{60E71A0D-EEFC-41B3-8F8D-4DE548C9CBC9}" srcId="{26161477-DB9F-4196-AB59-A6EF2C40969C}" destId="{E0D26EB3-EBBE-4E20-BFA9-7C6810F12673}" srcOrd="6" destOrd="0" parTransId="{4BC2CFC0-AB1C-4F44-87E0-CBCC2C65EDA1}" sibTransId="{F51EE767-AD30-4D1D-9BE9-CA2FC17A9853}"/>
    <dgm:cxn modelId="{5936250D-CC90-DA46-A3F3-AD0C63516A96}" type="presOf" srcId="{763887C6-8377-4647-AC8F-3EC225151B27}" destId="{C0C736ED-BC03-9140-B6B8-CA042A5A0FF8}" srcOrd="0" destOrd="0" presId="urn:microsoft.com/office/officeart/2008/layout/LinedList"/>
    <dgm:cxn modelId="{14D9C10F-3926-FB4D-B8EA-8FBDFBC3DD5F}" type="presOf" srcId="{CA8DCABE-4F33-497E-BFCA-DD5E01D74C8E}" destId="{466CD697-8DDA-2A4D-A514-F1F85F99AEFA}" srcOrd="0" destOrd="0" presId="urn:microsoft.com/office/officeart/2008/layout/LinedList"/>
    <dgm:cxn modelId="{5A85911D-117A-4207-B557-74860A7D7F97}" srcId="{26161477-DB9F-4196-AB59-A6EF2C40969C}" destId="{CA8DCABE-4F33-497E-BFCA-DD5E01D74C8E}" srcOrd="1" destOrd="0" parTransId="{1ED16609-FF72-4A4D-B1F2-E09267042BEB}" sibTransId="{CAA32C18-C022-4E60-86FB-2DCAE600429D}"/>
    <dgm:cxn modelId="{B2BEF220-12B5-BE40-AAE9-CA0FAF217845}" type="presOf" srcId="{842505DB-64A9-4BF9-95B1-518508CA5F4D}" destId="{A586900E-6101-2C47-A749-0DF4037D489E}" srcOrd="0" destOrd="0" presId="urn:microsoft.com/office/officeart/2008/layout/LinedList"/>
    <dgm:cxn modelId="{BDD05C24-97A8-174C-916F-C2E7866EC6EB}" type="presOf" srcId="{811A08B4-5B43-440A-AD5D-29A39A2FDB50}" destId="{59CE7CFE-6AD5-A141-954C-DF9C8D398D36}" srcOrd="0" destOrd="0" presId="urn:microsoft.com/office/officeart/2008/layout/LinedList"/>
    <dgm:cxn modelId="{63476E38-3501-4773-9EBD-253F87C60A41}" srcId="{26161477-DB9F-4196-AB59-A6EF2C40969C}" destId="{842505DB-64A9-4BF9-95B1-518508CA5F4D}" srcOrd="3" destOrd="0" parTransId="{19E85BA9-5AA7-4D72-9CDE-DF19752B450D}" sibTransId="{BDA07883-2D74-4322-B1FA-7D7ABD128C29}"/>
    <dgm:cxn modelId="{E682B839-BA1E-474F-9427-E69606E2E5FD}" type="presOf" srcId="{BDF95674-93B6-4D1F-AF77-B89420D685AC}" destId="{A42D4DD3-7B79-364D-A3E4-1C26EFF0FD44}" srcOrd="0" destOrd="0" presId="urn:microsoft.com/office/officeart/2008/layout/LinedList"/>
    <dgm:cxn modelId="{10B54A5D-C761-4D8D-8421-BB3787D0D606}" srcId="{26161477-DB9F-4196-AB59-A6EF2C40969C}" destId="{811A08B4-5B43-440A-AD5D-29A39A2FDB50}" srcOrd="7" destOrd="0" parTransId="{59F56193-1ED3-40B9-833A-8E20AC4D2039}" sibTransId="{F95C9414-347B-4D9B-A8E8-AE951C5C054A}"/>
    <dgm:cxn modelId="{C7BA3443-AAC2-45D7-B5F6-3520AC72ADD2}" srcId="{26161477-DB9F-4196-AB59-A6EF2C40969C}" destId="{6096B6C2-624A-45B7-9168-A072DD94D973}" srcOrd="8" destOrd="0" parTransId="{892517BB-202A-4308-9147-4E06FE616679}" sibTransId="{D46FCB53-4EE4-4723-9320-7F1E25C0B3F3}"/>
    <dgm:cxn modelId="{6ADC3998-6891-43C4-81ED-BE45B3FDECDB}" srcId="{26161477-DB9F-4196-AB59-A6EF2C40969C}" destId="{763887C6-8377-4647-AC8F-3EC225151B27}" srcOrd="9" destOrd="0" parTransId="{6940B0A8-E33B-4437-ABDA-685839ED400B}" sibTransId="{C84AEDB6-34E1-4273-9C98-649F3A2EECA6}"/>
    <dgm:cxn modelId="{B9791E9D-38DA-A844-9CAD-DBED61D6935A}" type="presOf" srcId="{26161477-DB9F-4196-AB59-A6EF2C40969C}" destId="{8D01BA7B-317E-BF4B-BE64-522B1FACB9A2}" srcOrd="0" destOrd="0" presId="urn:microsoft.com/office/officeart/2008/layout/LinedList"/>
    <dgm:cxn modelId="{9AE6D39E-1018-4FB9-AED2-6FE72AC84BA8}" srcId="{26161477-DB9F-4196-AB59-A6EF2C40969C}" destId="{9A70DC9E-BF67-4DBA-A4AB-E9FD9645CF6C}" srcOrd="2" destOrd="0" parTransId="{ACFA47AC-BAB5-4056-AC2B-3866F59354DB}" sibTransId="{9A1EFB6B-CAB7-4B41-9A29-7486D615F854}"/>
    <dgm:cxn modelId="{68BEC5A0-C915-464A-919C-FAA8A3B814BF}" type="presOf" srcId="{DB5F2F20-D0DC-41CC-B393-AA60952D17F4}" destId="{D5FA1AFE-0005-954C-8B6E-69D3F3439C2F}" srcOrd="0" destOrd="0" presId="urn:microsoft.com/office/officeart/2008/layout/LinedList"/>
    <dgm:cxn modelId="{43A0DCA7-1D6B-489E-B7E3-4CD27211E8C2}" srcId="{26161477-DB9F-4196-AB59-A6EF2C40969C}" destId="{BDF95674-93B6-4D1F-AF77-B89420D685AC}" srcOrd="0" destOrd="0" parTransId="{4CF270ED-1E22-4730-957A-055643D241D8}" sibTransId="{4F796555-4D46-48EB-B22E-255F20C12A20}"/>
    <dgm:cxn modelId="{7CE680D6-7EFC-514A-8B42-559E6E859B98}" type="presOf" srcId="{9A70DC9E-BF67-4DBA-A4AB-E9FD9645CF6C}" destId="{BF920819-C463-E849-9D28-2ED2EF1B2B29}" srcOrd="0" destOrd="0" presId="urn:microsoft.com/office/officeart/2008/layout/LinedList"/>
    <dgm:cxn modelId="{571CF0D9-1C79-4DCA-954A-02CEC1FD3DBD}" srcId="{26161477-DB9F-4196-AB59-A6EF2C40969C}" destId="{F518CF13-F6CC-44FA-BD56-98D162E7C5BE}" srcOrd="5" destOrd="0" parTransId="{7DF06877-7E9E-4E63-8E54-D2A2CD6378CD}" sibTransId="{8084E4F1-8F08-4221-8786-0BBDF569A805}"/>
    <dgm:cxn modelId="{1578A0E2-C0DD-DE40-AB54-3D14177FF3E0}" type="presOf" srcId="{6096B6C2-624A-45B7-9168-A072DD94D973}" destId="{37AB08B5-9210-5D4E-94C5-9D9FD90DF9A6}" srcOrd="0" destOrd="0" presId="urn:microsoft.com/office/officeart/2008/layout/LinedList"/>
    <dgm:cxn modelId="{76E815E7-CEE0-6C48-B6F8-F5321EA27D46}" type="presOf" srcId="{E0D26EB3-EBBE-4E20-BFA9-7C6810F12673}" destId="{B293EA0F-036E-BF40-9161-EDC34303A63C}" srcOrd="0" destOrd="0" presId="urn:microsoft.com/office/officeart/2008/layout/LinedList"/>
    <dgm:cxn modelId="{2EEFC6F0-570D-7343-83CC-73D6BB32A905}" type="presOf" srcId="{F518CF13-F6CC-44FA-BD56-98D162E7C5BE}" destId="{1487C45D-5C59-F44E-A440-4B63E324343F}" srcOrd="0" destOrd="0" presId="urn:microsoft.com/office/officeart/2008/layout/LinedList"/>
    <dgm:cxn modelId="{B4ED41FB-56BF-4D87-A968-FBCA4B345FA3}" srcId="{26161477-DB9F-4196-AB59-A6EF2C40969C}" destId="{DB5F2F20-D0DC-41CC-B393-AA60952D17F4}" srcOrd="4" destOrd="0" parTransId="{40EF76DB-3CD5-4FCB-A88C-0115B3FD9EAE}" sibTransId="{5BDFD8C1-A6E4-49D2-BC4E-9E1FBEF293FD}"/>
    <dgm:cxn modelId="{EC083235-8945-D647-9E94-CA02692474F2}" type="presParOf" srcId="{8D01BA7B-317E-BF4B-BE64-522B1FACB9A2}" destId="{DD711546-641E-DF4E-BE6F-E05B6C7D56A7}" srcOrd="0" destOrd="0" presId="urn:microsoft.com/office/officeart/2008/layout/LinedList"/>
    <dgm:cxn modelId="{F1EAC421-F51E-FC4F-A009-43AEA8EF55F4}" type="presParOf" srcId="{8D01BA7B-317E-BF4B-BE64-522B1FACB9A2}" destId="{EBEEC041-A53E-E344-B9E2-4966E9AF83B9}" srcOrd="1" destOrd="0" presId="urn:microsoft.com/office/officeart/2008/layout/LinedList"/>
    <dgm:cxn modelId="{D7D408D1-78AB-1049-AF23-26855CC015E8}" type="presParOf" srcId="{EBEEC041-A53E-E344-B9E2-4966E9AF83B9}" destId="{A42D4DD3-7B79-364D-A3E4-1C26EFF0FD44}" srcOrd="0" destOrd="0" presId="urn:microsoft.com/office/officeart/2008/layout/LinedList"/>
    <dgm:cxn modelId="{3452582F-E32A-AC46-A566-B70812BD7B30}" type="presParOf" srcId="{EBEEC041-A53E-E344-B9E2-4966E9AF83B9}" destId="{8466C14C-1FD7-0B4E-BC8E-1322DE512A28}" srcOrd="1" destOrd="0" presId="urn:microsoft.com/office/officeart/2008/layout/LinedList"/>
    <dgm:cxn modelId="{3A08D52A-A287-5840-8409-09F31B8107ED}" type="presParOf" srcId="{8D01BA7B-317E-BF4B-BE64-522B1FACB9A2}" destId="{84679A64-7F78-874F-887D-BDA67C7D2DEA}" srcOrd="2" destOrd="0" presId="urn:microsoft.com/office/officeart/2008/layout/LinedList"/>
    <dgm:cxn modelId="{DC0F3BBE-88EC-5D46-A596-72CA4AAEF8AF}" type="presParOf" srcId="{8D01BA7B-317E-BF4B-BE64-522B1FACB9A2}" destId="{43A6F6AE-7BAC-0642-81C3-22095A497864}" srcOrd="3" destOrd="0" presId="urn:microsoft.com/office/officeart/2008/layout/LinedList"/>
    <dgm:cxn modelId="{47DE91B8-ACE1-564F-ACA3-02ED877D1DFD}" type="presParOf" srcId="{43A6F6AE-7BAC-0642-81C3-22095A497864}" destId="{466CD697-8DDA-2A4D-A514-F1F85F99AEFA}" srcOrd="0" destOrd="0" presId="urn:microsoft.com/office/officeart/2008/layout/LinedList"/>
    <dgm:cxn modelId="{88C75F2C-8E01-EA48-B602-140FAB97F86D}" type="presParOf" srcId="{43A6F6AE-7BAC-0642-81C3-22095A497864}" destId="{7F254962-993F-E24B-81E7-0CE88F4F8479}" srcOrd="1" destOrd="0" presId="urn:microsoft.com/office/officeart/2008/layout/LinedList"/>
    <dgm:cxn modelId="{921ED8E0-D0FD-A744-9C58-747818A20636}" type="presParOf" srcId="{8D01BA7B-317E-BF4B-BE64-522B1FACB9A2}" destId="{40B367BA-CE4F-D945-A5E5-64144B89D5AE}" srcOrd="4" destOrd="0" presId="urn:microsoft.com/office/officeart/2008/layout/LinedList"/>
    <dgm:cxn modelId="{6F6AD934-02BA-DF48-92E5-1CF21BEDE844}" type="presParOf" srcId="{8D01BA7B-317E-BF4B-BE64-522B1FACB9A2}" destId="{2B5C98EB-E97E-484D-9F9E-F637082E7DA3}" srcOrd="5" destOrd="0" presId="urn:microsoft.com/office/officeart/2008/layout/LinedList"/>
    <dgm:cxn modelId="{6ED68C98-EEEA-1F4A-8158-59AC41A8D421}" type="presParOf" srcId="{2B5C98EB-E97E-484D-9F9E-F637082E7DA3}" destId="{BF920819-C463-E849-9D28-2ED2EF1B2B29}" srcOrd="0" destOrd="0" presId="urn:microsoft.com/office/officeart/2008/layout/LinedList"/>
    <dgm:cxn modelId="{F5DA8172-483C-E34B-8FD6-974F277908AB}" type="presParOf" srcId="{2B5C98EB-E97E-484D-9F9E-F637082E7DA3}" destId="{4ABF6CA3-8DFA-0E4C-BF11-40D4C6D59EB7}" srcOrd="1" destOrd="0" presId="urn:microsoft.com/office/officeart/2008/layout/LinedList"/>
    <dgm:cxn modelId="{C69ED8E6-E2F6-4342-8CAF-3C5E7F5BC966}" type="presParOf" srcId="{8D01BA7B-317E-BF4B-BE64-522B1FACB9A2}" destId="{89B6BED2-5CE2-5E4C-9BD3-B491F1E76651}" srcOrd="6" destOrd="0" presId="urn:microsoft.com/office/officeart/2008/layout/LinedList"/>
    <dgm:cxn modelId="{AB39EE73-F13E-C04F-A2B9-BA04D35A7D47}" type="presParOf" srcId="{8D01BA7B-317E-BF4B-BE64-522B1FACB9A2}" destId="{AAC2A040-93C8-294F-A55E-900516182866}" srcOrd="7" destOrd="0" presId="urn:microsoft.com/office/officeart/2008/layout/LinedList"/>
    <dgm:cxn modelId="{178E3B72-6693-074D-8FEF-1DF036A8342A}" type="presParOf" srcId="{AAC2A040-93C8-294F-A55E-900516182866}" destId="{A586900E-6101-2C47-A749-0DF4037D489E}" srcOrd="0" destOrd="0" presId="urn:microsoft.com/office/officeart/2008/layout/LinedList"/>
    <dgm:cxn modelId="{544E614B-C7AF-8648-A41C-30B4EBCF375B}" type="presParOf" srcId="{AAC2A040-93C8-294F-A55E-900516182866}" destId="{4D4A684A-BE54-1D4B-91DC-C7FFC8246DFE}" srcOrd="1" destOrd="0" presId="urn:microsoft.com/office/officeart/2008/layout/LinedList"/>
    <dgm:cxn modelId="{5203621A-6087-E34B-8F53-3B7552A56580}" type="presParOf" srcId="{8D01BA7B-317E-BF4B-BE64-522B1FACB9A2}" destId="{92C35278-D8B0-9E49-AFEC-4F52D8607A2A}" srcOrd="8" destOrd="0" presId="urn:microsoft.com/office/officeart/2008/layout/LinedList"/>
    <dgm:cxn modelId="{4875A704-27B3-5E45-BB8D-9664BCA156A0}" type="presParOf" srcId="{8D01BA7B-317E-BF4B-BE64-522B1FACB9A2}" destId="{290E44B4-4568-A347-8068-C78F763B1EDD}" srcOrd="9" destOrd="0" presId="urn:microsoft.com/office/officeart/2008/layout/LinedList"/>
    <dgm:cxn modelId="{98718DD0-B20E-324B-87C0-5B1BC8EC25CB}" type="presParOf" srcId="{290E44B4-4568-A347-8068-C78F763B1EDD}" destId="{D5FA1AFE-0005-954C-8B6E-69D3F3439C2F}" srcOrd="0" destOrd="0" presId="urn:microsoft.com/office/officeart/2008/layout/LinedList"/>
    <dgm:cxn modelId="{65812DF7-B72A-2449-BB65-42D5ADD2A8CD}" type="presParOf" srcId="{290E44B4-4568-A347-8068-C78F763B1EDD}" destId="{27119218-B48B-7441-8BD0-8E31910174F4}" srcOrd="1" destOrd="0" presId="urn:microsoft.com/office/officeart/2008/layout/LinedList"/>
    <dgm:cxn modelId="{520CD314-341B-A44D-80BA-88A61E2D9F76}" type="presParOf" srcId="{8D01BA7B-317E-BF4B-BE64-522B1FACB9A2}" destId="{0F793DDD-3A7B-5C45-89EF-6ADB8F2FF2D4}" srcOrd="10" destOrd="0" presId="urn:microsoft.com/office/officeart/2008/layout/LinedList"/>
    <dgm:cxn modelId="{A89043A5-61C6-7D4E-973E-82D3008E61E5}" type="presParOf" srcId="{8D01BA7B-317E-BF4B-BE64-522B1FACB9A2}" destId="{0B54F54F-0C17-8E40-BD40-DF4FFBBBCA72}" srcOrd="11" destOrd="0" presId="urn:microsoft.com/office/officeart/2008/layout/LinedList"/>
    <dgm:cxn modelId="{72FF2948-F0D4-4343-8780-1F50D8DA5FD1}" type="presParOf" srcId="{0B54F54F-0C17-8E40-BD40-DF4FFBBBCA72}" destId="{1487C45D-5C59-F44E-A440-4B63E324343F}" srcOrd="0" destOrd="0" presId="urn:microsoft.com/office/officeart/2008/layout/LinedList"/>
    <dgm:cxn modelId="{3B4E9CDD-ACA5-FB47-B1D0-26E1E2B6D0AE}" type="presParOf" srcId="{0B54F54F-0C17-8E40-BD40-DF4FFBBBCA72}" destId="{2F64D43B-E9B8-9B4A-B822-E978720D5877}" srcOrd="1" destOrd="0" presId="urn:microsoft.com/office/officeart/2008/layout/LinedList"/>
    <dgm:cxn modelId="{7F9594C8-1F59-274A-9D87-C94FA9B51338}" type="presParOf" srcId="{8D01BA7B-317E-BF4B-BE64-522B1FACB9A2}" destId="{C8C90816-33EF-D44B-8BBC-734FE8EC99A7}" srcOrd="12" destOrd="0" presId="urn:microsoft.com/office/officeart/2008/layout/LinedList"/>
    <dgm:cxn modelId="{7EACDD48-CCE4-2F43-A760-C2329811DB1F}" type="presParOf" srcId="{8D01BA7B-317E-BF4B-BE64-522B1FACB9A2}" destId="{D04676F6-E341-264A-9835-178461DCC97B}" srcOrd="13" destOrd="0" presId="urn:microsoft.com/office/officeart/2008/layout/LinedList"/>
    <dgm:cxn modelId="{04BC7B67-08B7-C441-B7C5-0F249D767226}" type="presParOf" srcId="{D04676F6-E341-264A-9835-178461DCC97B}" destId="{B293EA0F-036E-BF40-9161-EDC34303A63C}" srcOrd="0" destOrd="0" presId="urn:microsoft.com/office/officeart/2008/layout/LinedList"/>
    <dgm:cxn modelId="{2D4B52D5-9E7B-A647-9A50-341A17C7DCE2}" type="presParOf" srcId="{D04676F6-E341-264A-9835-178461DCC97B}" destId="{C58E8B77-E272-6A46-B4F5-4C4347C646E4}" srcOrd="1" destOrd="0" presId="urn:microsoft.com/office/officeart/2008/layout/LinedList"/>
    <dgm:cxn modelId="{72981040-5C18-894F-B9EA-4DDF09A3B653}" type="presParOf" srcId="{8D01BA7B-317E-BF4B-BE64-522B1FACB9A2}" destId="{96D3B58F-B167-9146-BAE4-9A22E8C83C5D}" srcOrd="14" destOrd="0" presId="urn:microsoft.com/office/officeart/2008/layout/LinedList"/>
    <dgm:cxn modelId="{8B1A2CFB-8E34-7040-83DF-EAA48B991744}" type="presParOf" srcId="{8D01BA7B-317E-BF4B-BE64-522B1FACB9A2}" destId="{611BD38B-E020-3F4E-9792-9AE53AF6B93B}" srcOrd="15" destOrd="0" presId="urn:microsoft.com/office/officeart/2008/layout/LinedList"/>
    <dgm:cxn modelId="{0D1AD7F0-54FC-E54D-A80C-CCF0D6F8517F}" type="presParOf" srcId="{611BD38B-E020-3F4E-9792-9AE53AF6B93B}" destId="{59CE7CFE-6AD5-A141-954C-DF9C8D398D36}" srcOrd="0" destOrd="0" presId="urn:microsoft.com/office/officeart/2008/layout/LinedList"/>
    <dgm:cxn modelId="{E4E331DF-F56F-B24A-BB98-41448B894A4E}" type="presParOf" srcId="{611BD38B-E020-3F4E-9792-9AE53AF6B93B}" destId="{E3209802-37FC-B64C-8397-A1356701638B}" srcOrd="1" destOrd="0" presId="urn:microsoft.com/office/officeart/2008/layout/LinedList"/>
    <dgm:cxn modelId="{0B1DDC08-CDD9-2647-A422-B1A33AD74838}" type="presParOf" srcId="{8D01BA7B-317E-BF4B-BE64-522B1FACB9A2}" destId="{D85F8188-D6E0-F04F-A8DA-C6A7000EC625}" srcOrd="16" destOrd="0" presId="urn:microsoft.com/office/officeart/2008/layout/LinedList"/>
    <dgm:cxn modelId="{2568B139-931D-D442-A29E-2133C8A24970}" type="presParOf" srcId="{8D01BA7B-317E-BF4B-BE64-522B1FACB9A2}" destId="{885A53F4-E4DD-C449-BFDF-75FD9D24ABBC}" srcOrd="17" destOrd="0" presId="urn:microsoft.com/office/officeart/2008/layout/LinedList"/>
    <dgm:cxn modelId="{A303C0AA-1CB2-7D4B-880B-F2F1469496CE}" type="presParOf" srcId="{885A53F4-E4DD-C449-BFDF-75FD9D24ABBC}" destId="{37AB08B5-9210-5D4E-94C5-9D9FD90DF9A6}" srcOrd="0" destOrd="0" presId="urn:microsoft.com/office/officeart/2008/layout/LinedList"/>
    <dgm:cxn modelId="{525663E5-D0C1-134E-9025-27307981E241}" type="presParOf" srcId="{885A53F4-E4DD-C449-BFDF-75FD9D24ABBC}" destId="{327B7821-847C-0346-882C-539D5207A9E2}" srcOrd="1" destOrd="0" presId="urn:microsoft.com/office/officeart/2008/layout/LinedList"/>
    <dgm:cxn modelId="{C9EC2A23-D7B7-6C4B-A664-6FD556935401}" type="presParOf" srcId="{8D01BA7B-317E-BF4B-BE64-522B1FACB9A2}" destId="{E876CC62-9F36-EC4A-9E65-3236295C9211}" srcOrd="18" destOrd="0" presId="urn:microsoft.com/office/officeart/2008/layout/LinedList"/>
    <dgm:cxn modelId="{3EA17DBE-277C-D04D-A0D6-11C20767C6AC}" type="presParOf" srcId="{8D01BA7B-317E-BF4B-BE64-522B1FACB9A2}" destId="{CF6B4C78-D661-2D47-917F-F941E3E7CAB5}" srcOrd="19" destOrd="0" presId="urn:microsoft.com/office/officeart/2008/layout/LinedList"/>
    <dgm:cxn modelId="{38BCA074-D1CF-A04F-BE33-B97324154DE8}" type="presParOf" srcId="{CF6B4C78-D661-2D47-917F-F941E3E7CAB5}" destId="{C0C736ED-BC03-9140-B6B8-CA042A5A0FF8}" srcOrd="0" destOrd="0" presId="urn:microsoft.com/office/officeart/2008/layout/LinedList"/>
    <dgm:cxn modelId="{E529665E-C785-6944-A40B-FCE76F05E081}" type="presParOf" srcId="{CF6B4C78-D661-2D47-917F-F941E3E7CAB5}" destId="{E1C915AF-64F7-434A-9F32-933CAEBD0F0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148137F-1652-412D-85CD-C831D3E2E545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0F32A83-3B87-4E28-A9A1-F265B74EA5E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Free Maintenance Service 3 </a:t>
          </a:r>
          <a:r>
            <a:rPr lang="en-US" dirty="0" err="1"/>
            <a:t>Bulan</a:t>
          </a:r>
          <a:endParaRPr lang="en-US" dirty="0"/>
        </a:p>
      </dgm:t>
    </dgm:pt>
    <dgm:pt modelId="{45EB1569-2772-4758-AABD-59ADEB4A297B}" type="parTrans" cxnId="{FDDFA718-6033-47D7-8CCA-B6D0F410A143}">
      <dgm:prSet/>
      <dgm:spPr/>
      <dgm:t>
        <a:bodyPr/>
        <a:lstStyle/>
        <a:p>
          <a:endParaRPr lang="en-US"/>
        </a:p>
      </dgm:t>
    </dgm:pt>
    <dgm:pt modelId="{590CCB08-EAAD-4EF0-B7FF-80332C7B720C}" type="sibTrans" cxnId="{FDDFA718-6033-47D7-8CCA-B6D0F410A14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FCD77F3-893E-4939-974E-5C6C6342B03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Training Administrator (Online)</a:t>
          </a:r>
        </a:p>
      </dgm:t>
    </dgm:pt>
    <dgm:pt modelId="{EA908A0D-6B66-403F-A78A-E813DC980807}" type="parTrans" cxnId="{C2AB5E7C-058F-4E38-83AB-4728B112578B}">
      <dgm:prSet/>
      <dgm:spPr/>
      <dgm:t>
        <a:bodyPr/>
        <a:lstStyle/>
        <a:p>
          <a:endParaRPr lang="en-US"/>
        </a:p>
      </dgm:t>
    </dgm:pt>
    <dgm:pt modelId="{EC67271E-23B6-4163-9B9E-A3326C9C6118}" type="sibTrans" cxnId="{C2AB5E7C-058F-4E38-83AB-4728B112578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18D8CD1-36A7-45B1-AF3D-21FE4DF7315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Manual Guide Administrator </a:t>
          </a:r>
          <a:br>
            <a:rPr lang="en-US" dirty="0"/>
          </a:br>
          <a:r>
            <a:rPr lang="en-US" dirty="0"/>
            <a:t>(PDF/Printed)</a:t>
          </a:r>
        </a:p>
      </dgm:t>
    </dgm:pt>
    <dgm:pt modelId="{88C464D3-817F-45E9-BE99-5EDFE3ACE73E}" type="parTrans" cxnId="{82D9FC4D-147D-4734-8763-CFB6C5B95A97}">
      <dgm:prSet/>
      <dgm:spPr/>
      <dgm:t>
        <a:bodyPr/>
        <a:lstStyle/>
        <a:p>
          <a:endParaRPr lang="en-US"/>
        </a:p>
      </dgm:t>
    </dgm:pt>
    <dgm:pt modelId="{903F58BB-5554-4D86-8361-5EA531285BE8}" type="sibTrans" cxnId="{82D9FC4D-147D-4734-8763-CFB6C5B95A9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09083BE-545F-4A93-B80F-F53F390D48C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SEO on Page Activity (Consultancy)</a:t>
          </a:r>
        </a:p>
      </dgm:t>
    </dgm:pt>
    <dgm:pt modelId="{72E4615A-DBBD-43DA-A2B5-49F8B71937E7}" type="parTrans" cxnId="{3D522953-FA5C-465D-9577-4CF85D18D6AE}">
      <dgm:prSet/>
      <dgm:spPr/>
      <dgm:t>
        <a:bodyPr/>
        <a:lstStyle/>
        <a:p>
          <a:endParaRPr lang="en-US"/>
        </a:p>
      </dgm:t>
    </dgm:pt>
    <dgm:pt modelId="{FA89CADE-1618-487C-88FB-588B33915ACE}" type="sibTrans" cxnId="{3D522953-FA5C-465D-9577-4CF85D18D6A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81EE4EC-1134-4037-AFBC-BA2272D8B60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Bug Fixing Error</a:t>
          </a:r>
        </a:p>
      </dgm:t>
    </dgm:pt>
    <dgm:pt modelId="{25AA8BAE-811B-477B-98C0-8DDC2D506FCD}" type="parTrans" cxnId="{A1A90402-8481-4670-92FE-54702557A7AD}">
      <dgm:prSet/>
      <dgm:spPr/>
      <dgm:t>
        <a:bodyPr/>
        <a:lstStyle/>
        <a:p>
          <a:endParaRPr lang="en-US"/>
        </a:p>
      </dgm:t>
    </dgm:pt>
    <dgm:pt modelId="{5807FE92-3030-4C3B-89C2-9A87D06C0E6F}" type="sibTrans" cxnId="{A1A90402-8481-4670-92FE-54702557A7AD}">
      <dgm:prSet/>
      <dgm:spPr/>
      <dgm:t>
        <a:bodyPr/>
        <a:lstStyle/>
        <a:p>
          <a:endParaRPr lang="en-US"/>
        </a:p>
      </dgm:t>
    </dgm:pt>
    <dgm:pt modelId="{61F29865-F7F8-4261-AC29-8BBE7BD36FC3}" type="pres">
      <dgm:prSet presAssocID="{F148137F-1652-412D-85CD-C831D3E2E545}" presName="root" presStyleCnt="0">
        <dgm:presLayoutVars>
          <dgm:dir/>
          <dgm:resizeHandles val="exact"/>
        </dgm:presLayoutVars>
      </dgm:prSet>
      <dgm:spPr/>
    </dgm:pt>
    <dgm:pt modelId="{4CABFDF4-BF65-4ABD-9208-03DE3F83FDAD}" type="pres">
      <dgm:prSet presAssocID="{F148137F-1652-412D-85CD-C831D3E2E545}" presName="container" presStyleCnt="0">
        <dgm:presLayoutVars>
          <dgm:dir/>
          <dgm:resizeHandles val="exact"/>
        </dgm:presLayoutVars>
      </dgm:prSet>
      <dgm:spPr/>
    </dgm:pt>
    <dgm:pt modelId="{16E2B5D3-5096-4F1E-829B-A8E698A20EC2}" type="pres">
      <dgm:prSet presAssocID="{D0F32A83-3B87-4E28-A9A1-F265B74EA5ED}" presName="compNode" presStyleCnt="0"/>
      <dgm:spPr/>
    </dgm:pt>
    <dgm:pt modelId="{61FD3A00-B82F-47BC-9FC7-1FF2C0EB6AD7}" type="pres">
      <dgm:prSet presAssocID="{D0F32A83-3B87-4E28-A9A1-F265B74EA5ED}" presName="iconBgRect" presStyleLbl="bgShp" presStyleIdx="0" presStyleCnt="5"/>
      <dgm:spPr/>
    </dgm:pt>
    <dgm:pt modelId="{EE6E10C2-4518-499B-A6D4-91FDB6DAE4E7}" type="pres">
      <dgm:prSet presAssocID="{D0F32A83-3B87-4E28-A9A1-F265B74EA5ED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8FD3A1C3-8CF3-4223-9AF9-891D736F2F99}" type="pres">
      <dgm:prSet presAssocID="{D0F32A83-3B87-4E28-A9A1-F265B74EA5ED}" presName="spaceRect" presStyleCnt="0"/>
      <dgm:spPr/>
    </dgm:pt>
    <dgm:pt modelId="{50C5B3C7-9535-43B3-9231-31A76BA563D4}" type="pres">
      <dgm:prSet presAssocID="{D0F32A83-3B87-4E28-A9A1-F265B74EA5ED}" presName="textRect" presStyleLbl="revTx" presStyleIdx="0" presStyleCnt="5">
        <dgm:presLayoutVars>
          <dgm:chMax val="1"/>
          <dgm:chPref val="1"/>
        </dgm:presLayoutVars>
      </dgm:prSet>
      <dgm:spPr/>
    </dgm:pt>
    <dgm:pt modelId="{C2EB8C94-3541-4C07-AA8B-7F52AA417003}" type="pres">
      <dgm:prSet presAssocID="{590CCB08-EAAD-4EF0-B7FF-80332C7B720C}" presName="sibTrans" presStyleLbl="sibTrans2D1" presStyleIdx="0" presStyleCnt="0"/>
      <dgm:spPr/>
    </dgm:pt>
    <dgm:pt modelId="{C5834B85-FB93-4870-AA07-CD488F3ADBCC}" type="pres">
      <dgm:prSet presAssocID="{DFCD77F3-893E-4939-974E-5C6C6342B034}" presName="compNode" presStyleCnt="0"/>
      <dgm:spPr/>
    </dgm:pt>
    <dgm:pt modelId="{4A4E006C-FDF7-4389-BCD3-B440A6373588}" type="pres">
      <dgm:prSet presAssocID="{DFCD77F3-893E-4939-974E-5C6C6342B034}" presName="iconBgRect" presStyleLbl="bgShp" presStyleIdx="1" presStyleCnt="5"/>
      <dgm:spPr/>
    </dgm:pt>
    <dgm:pt modelId="{3C8198F2-6B87-4E11-A877-95FF26CEB5DA}" type="pres">
      <dgm:prSet presAssocID="{DFCD77F3-893E-4939-974E-5C6C6342B034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934EF8EB-F45A-4E94-86DA-0D69778DDA4D}" type="pres">
      <dgm:prSet presAssocID="{DFCD77F3-893E-4939-974E-5C6C6342B034}" presName="spaceRect" presStyleCnt="0"/>
      <dgm:spPr/>
    </dgm:pt>
    <dgm:pt modelId="{C8C0C23C-12DE-4FD2-97FC-321444C1944E}" type="pres">
      <dgm:prSet presAssocID="{DFCD77F3-893E-4939-974E-5C6C6342B034}" presName="textRect" presStyleLbl="revTx" presStyleIdx="1" presStyleCnt="5">
        <dgm:presLayoutVars>
          <dgm:chMax val="1"/>
          <dgm:chPref val="1"/>
        </dgm:presLayoutVars>
      </dgm:prSet>
      <dgm:spPr/>
    </dgm:pt>
    <dgm:pt modelId="{086BEE70-50EE-4BE7-80FE-65E5A12AA75E}" type="pres">
      <dgm:prSet presAssocID="{EC67271E-23B6-4163-9B9E-A3326C9C6118}" presName="sibTrans" presStyleLbl="sibTrans2D1" presStyleIdx="0" presStyleCnt="0"/>
      <dgm:spPr/>
    </dgm:pt>
    <dgm:pt modelId="{497324AA-2E34-4E00-9AED-F64B465B2AA4}" type="pres">
      <dgm:prSet presAssocID="{E18D8CD1-36A7-45B1-AF3D-21FE4DF73152}" presName="compNode" presStyleCnt="0"/>
      <dgm:spPr/>
    </dgm:pt>
    <dgm:pt modelId="{496622B6-DD61-482B-99CB-F4D5C3E71E31}" type="pres">
      <dgm:prSet presAssocID="{E18D8CD1-36A7-45B1-AF3D-21FE4DF73152}" presName="iconBgRect" presStyleLbl="bgShp" presStyleIdx="2" presStyleCnt="5"/>
      <dgm:spPr/>
    </dgm:pt>
    <dgm:pt modelId="{1BDF7288-E3E0-4EDB-879D-180BE4E7389F}" type="pres">
      <dgm:prSet presAssocID="{E18D8CD1-36A7-45B1-AF3D-21FE4DF73152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3E9C94C9-8ABE-4AB8-B08C-DB716B1A8CEF}" type="pres">
      <dgm:prSet presAssocID="{E18D8CD1-36A7-45B1-AF3D-21FE4DF73152}" presName="spaceRect" presStyleCnt="0"/>
      <dgm:spPr/>
    </dgm:pt>
    <dgm:pt modelId="{2E0ABC02-5B46-42FB-B895-8BF5DBEE8B49}" type="pres">
      <dgm:prSet presAssocID="{E18D8CD1-36A7-45B1-AF3D-21FE4DF73152}" presName="textRect" presStyleLbl="revTx" presStyleIdx="2" presStyleCnt="5" custScaleX="106053">
        <dgm:presLayoutVars>
          <dgm:chMax val="1"/>
          <dgm:chPref val="1"/>
        </dgm:presLayoutVars>
      </dgm:prSet>
      <dgm:spPr/>
    </dgm:pt>
    <dgm:pt modelId="{577974CD-766E-43F4-BE48-7E1F8B8F7E77}" type="pres">
      <dgm:prSet presAssocID="{903F58BB-5554-4D86-8361-5EA531285BE8}" presName="sibTrans" presStyleLbl="sibTrans2D1" presStyleIdx="0" presStyleCnt="0"/>
      <dgm:spPr/>
    </dgm:pt>
    <dgm:pt modelId="{05600A16-0DFE-46A9-A2E8-A90FD129E4AD}" type="pres">
      <dgm:prSet presAssocID="{309083BE-545F-4A93-B80F-F53F390D48C1}" presName="compNode" presStyleCnt="0"/>
      <dgm:spPr/>
    </dgm:pt>
    <dgm:pt modelId="{A39A5C33-2671-4E07-8C38-098CA3F9787C}" type="pres">
      <dgm:prSet presAssocID="{309083BE-545F-4A93-B80F-F53F390D48C1}" presName="iconBgRect" presStyleLbl="bgShp" presStyleIdx="3" presStyleCnt="5"/>
      <dgm:spPr/>
    </dgm:pt>
    <dgm:pt modelId="{524FF569-DEEE-4B2F-82AA-369EB57E48A4}" type="pres">
      <dgm:prSet presAssocID="{309083BE-545F-4A93-B80F-F53F390D48C1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1B475A61-35AD-42D1-91E9-9BCC0AAE0E01}" type="pres">
      <dgm:prSet presAssocID="{309083BE-545F-4A93-B80F-F53F390D48C1}" presName="spaceRect" presStyleCnt="0"/>
      <dgm:spPr/>
    </dgm:pt>
    <dgm:pt modelId="{44648290-2AD9-4C45-9D1E-C2EAE70DDB56}" type="pres">
      <dgm:prSet presAssocID="{309083BE-545F-4A93-B80F-F53F390D48C1}" presName="textRect" presStyleLbl="revTx" presStyleIdx="3" presStyleCnt="5">
        <dgm:presLayoutVars>
          <dgm:chMax val="1"/>
          <dgm:chPref val="1"/>
        </dgm:presLayoutVars>
      </dgm:prSet>
      <dgm:spPr/>
    </dgm:pt>
    <dgm:pt modelId="{A63FF571-6F5B-4141-8153-C5C0CA11B6E1}" type="pres">
      <dgm:prSet presAssocID="{FA89CADE-1618-487C-88FB-588B33915ACE}" presName="sibTrans" presStyleLbl="sibTrans2D1" presStyleIdx="0" presStyleCnt="0"/>
      <dgm:spPr/>
    </dgm:pt>
    <dgm:pt modelId="{AB53B6C7-343B-46A9-A4B8-356E1A82B4FF}" type="pres">
      <dgm:prSet presAssocID="{981EE4EC-1134-4037-AFBC-BA2272D8B608}" presName="compNode" presStyleCnt="0"/>
      <dgm:spPr/>
    </dgm:pt>
    <dgm:pt modelId="{719AF5A7-E3E1-4375-AEFB-004811C730EB}" type="pres">
      <dgm:prSet presAssocID="{981EE4EC-1134-4037-AFBC-BA2272D8B608}" presName="iconBgRect" presStyleLbl="bgShp" presStyleIdx="4" presStyleCnt="5"/>
      <dgm:spPr/>
    </dgm:pt>
    <dgm:pt modelId="{1FDC35D7-4498-4063-A548-DEE9ED31788E}" type="pres">
      <dgm:prSet presAssocID="{981EE4EC-1134-4037-AFBC-BA2272D8B608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g"/>
        </a:ext>
      </dgm:extLst>
    </dgm:pt>
    <dgm:pt modelId="{93062B96-A842-44DC-BCF1-C235AADE2A3E}" type="pres">
      <dgm:prSet presAssocID="{981EE4EC-1134-4037-AFBC-BA2272D8B608}" presName="spaceRect" presStyleCnt="0"/>
      <dgm:spPr/>
    </dgm:pt>
    <dgm:pt modelId="{8D92FC53-9816-45E3-998A-241A2FE9D06C}" type="pres">
      <dgm:prSet presAssocID="{981EE4EC-1134-4037-AFBC-BA2272D8B608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A1A90402-8481-4670-92FE-54702557A7AD}" srcId="{F148137F-1652-412D-85CD-C831D3E2E545}" destId="{981EE4EC-1134-4037-AFBC-BA2272D8B608}" srcOrd="4" destOrd="0" parTransId="{25AA8BAE-811B-477B-98C0-8DDC2D506FCD}" sibTransId="{5807FE92-3030-4C3B-89C2-9A87D06C0E6F}"/>
    <dgm:cxn modelId="{FDDFA718-6033-47D7-8CCA-B6D0F410A143}" srcId="{F148137F-1652-412D-85CD-C831D3E2E545}" destId="{D0F32A83-3B87-4E28-A9A1-F265B74EA5ED}" srcOrd="0" destOrd="0" parTransId="{45EB1569-2772-4758-AABD-59ADEB4A297B}" sibTransId="{590CCB08-EAAD-4EF0-B7FF-80332C7B720C}"/>
    <dgm:cxn modelId="{3EC72322-356B-498F-9C43-D7E2960F4C6A}" type="presOf" srcId="{FA89CADE-1618-487C-88FB-588B33915ACE}" destId="{A63FF571-6F5B-4141-8153-C5C0CA11B6E1}" srcOrd="0" destOrd="0" presId="urn:microsoft.com/office/officeart/2018/2/layout/IconCircleList"/>
    <dgm:cxn modelId="{DF78AA62-9026-49F5-8FAA-0CC443310247}" type="presOf" srcId="{E18D8CD1-36A7-45B1-AF3D-21FE4DF73152}" destId="{2E0ABC02-5B46-42FB-B895-8BF5DBEE8B49}" srcOrd="0" destOrd="0" presId="urn:microsoft.com/office/officeart/2018/2/layout/IconCircleList"/>
    <dgm:cxn modelId="{82D9FC4D-147D-4734-8763-CFB6C5B95A97}" srcId="{F148137F-1652-412D-85CD-C831D3E2E545}" destId="{E18D8CD1-36A7-45B1-AF3D-21FE4DF73152}" srcOrd="2" destOrd="0" parTransId="{88C464D3-817F-45E9-BE99-5EDFE3ACE73E}" sibTransId="{903F58BB-5554-4D86-8361-5EA531285BE8}"/>
    <dgm:cxn modelId="{EFC1784F-0939-4A96-A553-A42FD6C8965E}" type="presOf" srcId="{309083BE-545F-4A93-B80F-F53F390D48C1}" destId="{44648290-2AD9-4C45-9D1E-C2EAE70DDB56}" srcOrd="0" destOrd="0" presId="urn:microsoft.com/office/officeart/2018/2/layout/IconCircleList"/>
    <dgm:cxn modelId="{3D522953-FA5C-465D-9577-4CF85D18D6AE}" srcId="{F148137F-1652-412D-85CD-C831D3E2E545}" destId="{309083BE-545F-4A93-B80F-F53F390D48C1}" srcOrd="3" destOrd="0" parTransId="{72E4615A-DBBD-43DA-A2B5-49F8B71937E7}" sibTransId="{FA89CADE-1618-487C-88FB-588B33915ACE}"/>
    <dgm:cxn modelId="{823AE875-86F9-49C9-BEE2-7FDBFBF939F7}" type="presOf" srcId="{590CCB08-EAAD-4EF0-B7FF-80332C7B720C}" destId="{C2EB8C94-3541-4C07-AA8B-7F52AA417003}" srcOrd="0" destOrd="0" presId="urn:microsoft.com/office/officeart/2018/2/layout/IconCircleList"/>
    <dgm:cxn modelId="{C2AB5E7C-058F-4E38-83AB-4728B112578B}" srcId="{F148137F-1652-412D-85CD-C831D3E2E545}" destId="{DFCD77F3-893E-4939-974E-5C6C6342B034}" srcOrd="1" destOrd="0" parTransId="{EA908A0D-6B66-403F-A78A-E813DC980807}" sibTransId="{EC67271E-23B6-4163-9B9E-A3326C9C6118}"/>
    <dgm:cxn modelId="{4667A183-429D-4C99-9AC5-4A3DD54E0461}" type="presOf" srcId="{EC67271E-23B6-4163-9B9E-A3326C9C6118}" destId="{086BEE70-50EE-4BE7-80FE-65E5A12AA75E}" srcOrd="0" destOrd="0" presId="urn:microsoft.com/office/officeart/2018/2/layout/IconCircleList"/>
    <dgm:cxn modelId="{E7EECD86-0407-4B6F-80A7-82A768E1CCCE}" type="presOf" srcId="{981EE4EC-1134-4037-AFBC-BA2272D8B608}" destId="{8D92FC53-9816-45E3-998A-241A2FE9D06C}" srcOrd="0" destOrd="0" presId="urn:microsoft.com/office/officeart/2018/2/layout/IconCircleList"/>
    <dgm:cxn modelId="{12892287-EB5E-4AC3-B1C8-4B67DC4332B4}" type="presOf" srcId="{903F58BB-5554-4D86-8361-5EA531285BE8}" destId="{577974CD-766E-43F4-BE48-7E1F8B8F7E77}" srcOrd="0" destOrd="0" presId="urn:microsoft.com/office/officeart/2018/2/layout/IconCircleList"/>
    <dgm:cxn modelId="{72EEC4A2-567E-4859-B978-687F886C4B8B}" type="presOf" srcId="{DFCD77F3-893E-4939-974E-5C6C6342B034}" destId="{C8C0C23C-12DE-4FD2-97FC-321444C1944E}" srcOrd="0" destOrd="0" presId="urn:microsoft.com/office/officeart/2018/2/layout/IconCircleList"/>
    <dgm:cxn modelId="{C33438A4-678C-434A-A10E-2E173B8462E5}" type="presOf" srcId="{D0F32A83-3B87-4E28-A9A1-F265B74EA5ED}" destId="{50C5B3C7-9535-43B3-9231-31A76BA563D4}" srcOrd="0" destOrd="0" presId="urn:microsoft.com/office/officeart/2018/2/layout/IconCircleList"/>
    <dgm:cxn modelId="{DBAB7DFB-2875-4AF6-8F7B-34E11F20989E}" type="presOf" srcId="{F148137F-1652-412D-85CD-C831D3E2E545}" destId="{61F29865-F7F8-4261-AC29-8BBE7BD36FC3}" srcOrd="0" destOrd="0" presId="urn:microsoft.com/office/officeart/2018/2/layout/IconCircleList"/>
    <dgm:cxn modelId="{C571B2A5-3046-4BE2-BE66-99BE7E55FDA9}" type="presParOf" srcId="{61F29865-F7F8-4261-AC29-8BBE7BD36FC3}" destId="{4CABFDF4-BF65-4ABD-9208-03DE3F83FDAD}" srcOrd="0" destOrd="0" presId="urn:microsoft.com/office/officeart/2018/2/layout/IconCircleList"/>
    <dgm:cxn modelId="{737B8A68-7404-49EE-9B9A-C74B6CC96BD6}" type="presParOf" srcId="{4CABFDF4-BF65-4ABD-9208-03DE3F83FDAD}" destId="{16E2B5D3-5096-4F1E-829B-A8E698A20EC2}" srcOrd="0" destOrd="0" presId="urn:microsoft.com/office/officeart/2018/2/layout/IconCircleList"/>
    <dgm:cxn modelId="{1E0A517F-1E84-4280-B489-5CF391025C48}" type="presParOf" srcId="{16E2B5D3-5096-4F1E-829B-A8E698A20EC2}" destId="{61FD3A00-B82F-47BC-9FC7-1FF2C0EB6AD7}" srcOrd="0" destOrd="0" presId="urn:microsoft.com/office/officeart/2018/2/layout/IconCircleList"/>
    <dgm:cxn modelId="{11FADBAD-2939-4056-BA95-227929863290}" type="presParOf" srcId="{16E2B5D3-5096-4F1E-829B-A8E698A20EC2}" destId="{EE6E10C2-4518-499B-A6D4-91FDB6DAE4E7}" srcOrd="1" destOrd="0" presId="urn:microsoft.com/office/officeart/2018/2/layout/IconCircleList"/>
    <dgm:cxn modelId="{C9BB20EB-2F5F-498F-94EB-806C2A3A47A9}" type="presParOf" srcId="{16E2B5D3-5096-4F1E-829B-A8E698A20EC2}" destId="{8FD3A1C3-8CF3-4223-9AF9-891D736F2F99}" srcOrd="2" destOrd="0" presId="urn:microsoft.com/office/officeart/2018/2/layout/IconCircleList"/>
    <dgm:cxn modelId="{E170E609-B0DB-4484-8C35-0651D00E08AB}" type="presParOf" srcId="{16E2B5D3-5096-4F1E-829B-A8E698A20EC2}" destId="{50C5B3C7-9535-43B3-9231-31A76BA563D4}" srcOrd="3" destOrd="0" presId="urn:microsoft.com/office/officeart/2018/2/layout/IconCircleList"/>
    <dgm:cxn modelId="{40042F70-D87B-4142-909A-8BDFFC14AE05}" type="presParOf" srcId="{4CABFDF4-BF65-4ABD-9208-03DE3F83FDAD}" destId="{C2EB8C94-3541-4C07-AA8B-7F52AA417003}" srcOrd="1" destOrd="0" presId="urn:microsoft.com/office/officeart/2018/2/layout/IconCircleList"/>
    <dgm:cxn modelId="{A51FFB9F-EEDF-4E98-854E-B296651E5336}" type="presParOf" srcId="{4CABFDF4-BF65-4ABD-9208-03DE3F83FDAD}" destId="{C5834B85-FB93-4870-AA07-CD488F3ADBCC}" srcOrd="2" destOrd="0" presId="urn:microsoft.com/office/officeart/2018/2/layout/IconCircleList"/>
    <dgm:cxn modelId="{FE1BD31E-6360-401E-8090-07FB4B53167D}" type="presParOf" srcId="{C5834B85-FB93-4870-AA07-CD488F3ADBCC}" destId="{4A4E006C-FDF7-4389-BCD3-B440A6373588}" srcOrd="0" destOrd="0" presId="urn:microsoft.com/office/officeart/2018/2/layout/IconCircleList"/>
    <dgm:cxn modelId="{530D4F20-C5AB-49B2-8383-9CEB5829BEE5}" type="presParOf" srcId="{C5834B85-FB93-4870-AA07-CD488F3ADBCC}" destId="{3C8198F2-6B87-4E11-A877-95FF26CEB5DA}" srcOrd="1" destOrd="0" presId="urn:microsoft.com/office/officeart/2018/2/layout/IconCircleList"/>
    <dgm:cxn modelId="{D5E40FC2-3959-40ED-A8A5-966A5D4AA5A4}" type="presParOf" srcId="{C5834B85-FB93-4870-AA07-CD488F3ADBCC}" destId="{934EF8EB-F45A-4E94-86DA-0D69778DDA4D}" srcOrd="2" destOrd="0" presId="urn:microsoft.com/office/officeart/2018/2/layout/IconCircleList"/>
    <dgm:cxn modelId="{98AE2B43-EA3A-4B99-A3DA-044451015D84}" type="presParOf" srcId="{C5834B85-FB93-4870-AA07-CD488F3ADBCC}" destId="{C8C0C23C-12DE-4FD2-97FC-321444C1944E}" srcOrd="3" destOrd="0" presId="urn:microsoft.com/office/officeart/2018/2/layout/IconCircleList"/>
    <dgm:cxn modelId="{58421426-BE85-4D56-AF99-F80663FBC903}" type="presParOf" srcId="{4CABFDF4-BF65-4ABD-9208-03DE3F83FDAD}" destId="{086BEE70-50EE-4BE7-80FE-65E5A12AA75E}" srcOrd="3" destOrd="0" presId="urn:microsoft.com/office/officeart/2018/2/layout/IconCircleList"/>
    <dgm:cxn modelId="{383E1EA6-2C64-4380-891A-F6F65B42A929}" type="presParOf" srcId="{4CABFDF4-BF65-4ABD-9208-03DE3F83FDAD}" destId="{497324AA-2E34-4E00-9AED-F64B465B2AA4}" srcOrd="4" destOrd="0" presId="urn:microsoft.com/office/officeart/2018/2/layout/IconCircleList"/>
    <dgm:cxn modelId="{FC6FBB18-9643-46D2-9C51-70148C62AC26}" type="presParOf" srcId="{497324AA-2E34-4E00-9AED-F64B465B2AA4}" destId="{496622B6-DD61-482B-99CB-F4D5C3E71E31}" srcOrd="0" destOrd="0" presId="urn:microsoft.com/office/officeart/2018/2/layout/IconCircleList"/>
    <dgm:cxn modelId="{D446D899-87BD-4645-8618-834126F0EB25}" type="presParOf" srcId="{497324AA-2E34-4E00-9AED-F64B465B2AA4}" destId="{1BDF7288-E3E0-4EDB-879D-180BE4E7389F}" srcOrd="1" destOrd="0" presId="urn:microsoft.com/office/officeart/2018/2/layout/IconCircleList"/>
    <dgm:cxn modelId="{4132A2EF-7057-48EE-B95A-3B97E91D252A}" type="presParOf" srcId="{497324AA-2E34-4E00-9AED-F64B465B2AA4}" destId="{3E9C94C9-8ABE-4AB8-B08C-DB716B1A8CEF}" srcOrd="2" destOrd="0" presId="urn:microsoft.com/office/officeart/2018/2/layout/IconCircleList"/>
    <dgm:cxn modelId="{943C8178-6AE0-42F0-ACB7-31EBFE0228A8}" type="presParOf" srcId="{497324AA-2E34-4E00-9AED-F64B465B2AA4}" destId="{2E0ABC02-5B46-42FB-B895-8BF5DBEE8B49}" srcOrd="3" destOrd="0" presId="urn:microsoft.com/office/officeart/2018/2/layout/IconCircleList"/>
    <dgm:cxn modelId="{C9EF108D-317C-4AAC-A2FF-96C70B074A76}" type="presParOf" srcId="{4CABFDF4-BF65-4ABD-9208-03DE3F83FDAD}" destId="{577974CD-766E-43F4-BE48-7E1F8B8F7E77}" srcOrd="5" destOrd="0" presId="urn:microsoft.com/office/officeart/2018/2/layout/IconCircleList"/>
    <dgm:cxn modelId="{85401C27-7D6B-4C02-9451-2F3A307F5D53}" type="presParOf" srcId="{4CABFDF4-BF65-4ABD-9208-03DE3F83FDAD}" destId="{05600A16-0DFE-46A9-A2E8-A90FD129E4AD}" srcOrd="6" destOrd="0" presId="urn:microsoft.com/office/officeart/2018/2/layout/IconCircleList"/>
    <dgm:cxn modelId="{A1D63C66-C6B9-4936-8644-E31B937C1476}" type="presParOf" srcId="{05600A16-0DFE-46A9-A2E8-A90FD129E4AD}" destId="{A39A5C33-2671-4E07-8C38-098CA3F9787C}" srcOrd="0" destOrd="0" presId="urn:microsoft.com/office/officeart/2018/2/layout/IconCircleList"/>
    <dgm:cxn modelId="{88BC885C-49C1-49F3-AAC1-1F4577ED738A}" type="presParOf" srcId="{05600A16-0DFE-46A9-A2E8-A90FD129E4AD}" destId="{524FF569-DEEE-4B2F-82AA-369EB57E48A4}" srcOrd="1" destOrd="0" presId="urn:microsoft.com/office/officeart/2018/2/layout/IconCircleList"/>
    <dgm:cxn modelId="{DCD453D6-4E3B-4D24-BDCD-8186AD44DAE8}" type="presParOf" srcId="{05600A16-0DFE-46A9-A2E8-A90FD129E4AD}" destId="{1B475A61-35AD-42D1-91E9-9BCC0AAE0E01}" srcOrd="2" destOrd="0" presId="urn:microsoft.com/office/officeart/2018/2/layout/IconCircleList"/>
    <dgm:cxn modelId="{DE717432-0292-4E45-9AB5-BC81753C2FF7}" type="presParOf" srcId="{05600A16-0DFE-46A9-A2E8-A90FD129E4AD}" destId="{44648290-2AD9-4C45-9D1E-C2EAE70DDB56}" srcOrd="3" destOrd="0" presId="urn:microsoft.com/office/officeart/2018/2/layout/IconCircleList"/>
    <dgm:cxn modelId="{F72FD671-2179-4ABD-99E9-9E18850D359B}" type="presParOf" srcId="{4CABFDF4-BF65-4ABD-9208-03DE3F83FDAD}" destId="{A63FF571-6F5B-4141-8153-C5C0CA11B6E1}" srcOrd="7" destOrd="0" presId="urn:microsoft.com/office/officeart/2018/2/layout/IconCircleList"/>
    <dgm:cxn modelId="{AC28B19E-0716-4614-A83B-00E3237C106F}" type="presParOf" srcId="{4CABFDF4-BF65-4ABD-9208-03DE3F83FDAD}" destId="{AB53B6C7-343B-46A9-A4B8-356E1A82B4FF}" srcOrd="8" destOrd="0" presId="urn:microsoft.com/office/officeart/2018/2/layout/IconCircleList"/>
    <dgm:cxn modelId="{AAD4DDE0-1AC9-41D8-AF45-CEC1CA55B885}" type="presParOf" srcId="{AB53B6C7-343B-46A9-A4B8-356E1A82B4FF}" destId="{719AF5A7-E3E1-4375-AEFB-004811C730EB}" srcOrd="0" destOrd="0" presId="urn:microsoft.com/office/officeart/2018/2/layout/IconCircleList"/>
    <dgm:cxn modelId="{D3822583-E892-4ED6-A878-720D11339240}" type="presParOf" srcId="{AB53B6C7-343B-46A9-A4B8-356E1A82B4FF}" destId="{1FDC35D7-4498-4063-A548-DEE9ED31788E}" srcOrd="1" destOrd="0" presId="urn:microsoft.com/office/officeart/2018/2/layout/IconCircleList"/>
    <dgm:cxn modelId="{B7610E11-0E32-42FC-8149-4DC85827D74A}" type="presParOf" srcId="{AB53B6C7-343B-46A9-A4B8-356E1A82B4FF}" destId="{93062B96-A842-44DC-BCF1-C235AADE2A3E}" srcOrd="2" destOrd="0" presId="urn:microsoft.com/office/officeart/2018/2/layout/IconCircleList"/>
    <dgm:cxn modelId="{2FF46D93-73C4-48C6-B9D9-880195C704D0}" type="presParOf" srcId="{AB53B6C7-343B-46A9-A4B8-356E1A82B4FF}" destId="{8D92FC53-9816-45E3-998A-241A2FE9D06C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26D907-641D-AB4D-8E5D-FCA9F91006E1}">
      <dsp:nvSpPr>
        <dsp:cNvPr id="0" name=""/>
        <dsp:cNvSpPr/>
      </dsp:nvSpPr>
      <dsp:spPr>
        <a:xfrm>
          <a:off x="0" y="531"/>
          <a:ext cx="407835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2173F1-96FD-5A41-A2A8-DBB6419A0672}">
      <dsp:nvSpPr>
        <dsp:cNvPr id="0" name=""/>
        <dsp:cNvSpPr/>
      </dsp:nvSpPr>
      <dsp:spPr>
        <a:xfrm>
          <a:off x="0" y="531"/>
          <a:ext cx="4078357" cy="435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0285FF"/>
              </a:solidFill>
            </a:rPr>
            <a:t>SYSTEM SPECIFICATIONS</a:t>
          </a:r>
          <a:endParaRPr lang="en-US" sz="2000" kern="1200" dirty="0">
            <a:solidFill>
              <a:srgbClr val="0285FF"/>
            </a:solidFill>
          </a:endParaRPr>
        </a:p>
      </dsp:txBody>
      <dsp:txXfrm>
        <a:off x="0" y="531"/>
        <a:ext cx="4078357" cy="435027"/>
      </dsp:txXfrm>
    </dsp:sp>
    <dsp:sp modelId="{F4DC0898-A08B-314C-A00A-B484091DAFB5}">
      <dsp:nvSpPr>
        <dsp:cNvPr id="0" name=""/>
        <dsp:cNvSpPr/>
      </dsp:nvSpPr>
      <dsp:spPr>
        <a:xfrm>
          <a:off x="0" y="435558"/>
          <a:ext cx="407835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D68F81-4A14-9C4E-8EA5-471A3D173526}">
      <dsp:nvSpPr>
        <dsp:cNvPr id="0" name=""/>
        <dsp:cNvSpPr/>
      </dsp:nvSpPr>
      <dsp:spPr>
        <a:xfrm>
          <a:off x="0" y="435558"/>
          <a:ext cx="4078357" cy="435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2000" b="1" kern="1200" dirty="0"/>
            <a:t>HTML5</a:t>
          </a:r>
          <a:endParaRPr lang="en-US" sz="2000" kern="1200" dirty="0"/>
        </a:p>
      </dsp:txBody>
      <dsp:txXfrm>
        <a:off x="0" y="435558"/>
        <a:ext cx="4078357" cy="435027"/>
      </dsp:txXfrm>
    </dsp:sp>
    <dsp:sp modelId="{24458162-82A6-5147-8074-2FF57FDB0510}">
      <dsp:nvSpPr>
        <dsp:cNvPr id="0" name=""/>
        <dsp:cNvSpPr/>
      </dsp:nvSpPr>
      <dsp:spPr>
        <a:xfrm>
          <a:off x="0" y="870586"/>
          <a:ext cx="407835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E5E677-D913-424B-A017-F2C00C3AFC2F}">
      <dsp:nvSpPr>
        <dsp:cNvPr id="0" name=""/>
        <dsp:cNvSpPr/>
      </dsp:nvSpPr>
      <dsp:spPr>
        <a:xfrm>
          <a:off x="0" y="870586"/>
          <a:ext cx="4078357" cy="435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2000" b="1" kern="1200"/>
            <a:t>CSS3</a:t>
          </a:r>
          <a:endParaRPr lang="en-US" sz="2000" kern="1200"/>
        </a:p>
      </dsp:txBody>
      <dsp:txXfrm>
        <a:off x="0" y="870586"/>
        <a:ext cx="4078357" cy="435027"/>
      </dsp:txXfrm>
    </dsp:sp>
    <dsp:sp modelId="{AA0496B5-AAF7-4E45-9230-1B06E751073D}">
      <dsp:nvSpPr>
        <dsp:cNvPr id="0" name=""/>
        <dsp:cNvSpPr/>
      </dsp:nvSpPr>
      <dsp:spPr>
        <a:xfrm>
          <a:off x="0" y="1305613"/>
          <a:ext cx="407835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D9EC76-0F2A-3D49-909E-6B675C860AA5}">
      <dsp:nvSpPr>
        <dsp:cNvPr id="0" name=""/>
        <dsp:cNvSpPr/>
      </dsp:nvSpPr>
      <dsp:spPr>
        <a:xfrm>
          <a:off x="0" y="1305613"/>
          <a:ext cx="4078357" cy="435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2000" b="1" kern="1200" dirty="0" err="1"/>
            <a:t>JavaScript</a:t>
          </a:r>
          <a:r>
            <a:rPr lang="id-ID" sz="2000" b="1" kern="1200" dirty="0"/>
            <a:t> </a:t>
          </a:r>
          <a:r>
            <a:rPr lang="id-ID" sz="2000" b="0" kern="1200" dirty="0"/>
            <a:t>(</a:t>
          </a:r>
          <a:r>
            <a:rPr lang="id-ID" sz="2000" b="0" kern="1200" dirty="0" err="1"/>
            <a:t>jQuery</a:t>
          </a:r>
          <a:r>
            <a:rPr lang="id-ID" sz="2000" b="0" kern="1200" dirty="0"/>
            <a:t>, </a:t>
          </a:r>
          <a:r>
            <a:rPr lang="en-US" sz="2000" b="0" kern="1200" dirty="0" err="1"/>
            <a:t>VueJS</a:t>
          </a:r>
          <a:r>
            <a:rPr lang="en-US" sz="2000" b="0" kern="1200" dirty="0"/>
            <a:t>, </a:t>
          </a:r>
          <a:r>
            <a:rPr lang="id-ID" sz="2000" b="0" kern="1200" dirty="0" err="1"/>
            <a:t>etc</a:t>
          </a:r>
          <a:r>
            <a:rPr lang="id-ID" sz="2000" b="0" kern="1200" dirty="0"/>
            <a:t>)</a:t>
          </a:r>
          <a:endParaRPr lang="en-US" sz="2000" b="0" kern="1200" dirty="0"/>
        </a:p>
      </dsp:txBody>
      <dsp:txXfrm>
        <a:off x="0" y="1305613"/>
        <a:ext cx="4078357" cy="435027"/>
      </dsp:txXfrm>
    </dsp:sp>
    <dsp:sp modelId="{035CE9CF-DCDC-5940-8F98-DBAAE55E7336}">
      <dsp:nvSpPr>
        <dsp:cNvPr id="0" name=""/>
        <dsp:cNvSpPr/>
      </dsp:nvSpPr>
      <dsp:spPr>
        <a:xfrm>
          <a:off x="0" y="1740641"/>
          <a:ext cx="407835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E24FF3-7977-B347-8DB6-991F40518F2F}">
      <dsp:nvSpPr>
        <dsp:cNvPr id="0" name=""/>
        <dsp:cNvSpPr/>
      </dsp:nvSpPr>
      <dsp:spPr>
        <a:xfrm>
          <a:off x="0" y="1740641"/>
          <a:ext cx="4078357" cy="435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2000" b="1" kern="1200" dirty="0"/>
            <a:t>PHP</a:t>
          </a:r>
          <a:endParaRPr lang="en-US" sz="2000" b="0" kern="1200" dirty="0"/>
        </a:p>
      </dsp:txBody>
      <dsp:txXfrm>
        <a:off x="0" y="1740641"/>
        <a:ext cx="4078357" cy="435027"/>
      </dsp:txXfrm>
    </dsp:sp>
    <dsp:sp modelId="{2FCB3839-E397-F248-BD38-2D08B37D4CE8}">
      <dsp:nvSpPr>
        <dsp:cNvPr id="0" name=""/>
        <dsp:cNvSpPr/>
      </dsp:nvSpPr>
      <dsp:spPr>
        <a:xfrm>
          <a:off x="0" y="2175668"/>
          <a:ext cx="407835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88199E-037B-A140-8C50-86A5DF1DEB09}">
      <dsp:nvSpPr>
        <dsp:cNvPr id="0" name=""/>
        <dsp:cNvSpPr/>
      </dsp:nvSpPr>
      <dsp:spPr>
        <a:xfrm>
          <a:off x="0" y="2175669"/>
          <a:ext cx="4078357" cy="435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2000" b="1" kern="1200" dirty="0" err="1"/>
            <a:t>Apache</a:t>
          </a:r>
          <a:r>
            <a:rPr lang="id-ID" sz="2000" b="1" kern="1200" dirty="0"/>
            <a:t> Web Server</a:t>
          </a:r>
          <a:endParaRPr lang="en-US" sz="2000" kern="1200" dirty="0"/>
        </a:p>
      </dsp:txBody>
      <dsp:txXfrm>
        <a:off x="0" y="2175669"/>
        <a:ext cx="4078357" cy="435027"/>
      </dsp:txXfrm>
    </dsp:sp>
    <dsp:sp modelId="{D7A87F88-7652-B740-97C4-F3E440F9F289}">
      <dsp:nvSpPr>
        <dsp:cNvPr id="0" name=""/>
        <dsp:cNvSpPr/>
      </dsp:nvSpPr>
      <dsp:spPr>
        <a:xfrm>
          <a:off x="0" y="2610696"/>
          <a:ext cx="407835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1F2E23-E4CB-884E-86C2-AB93C32D9C9F}">
      <dsp:nvSpPr>
        <dsp:cNvPr id="0" name=""/>
        <dsp:cNvSpPr/>
      </dsp:nvSpPr>
      <dsp:spPr>
        <a:xfrm>
          <a:off x="0" y="2610696"/>
          <a:ext cx="4078357" cy="435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2000" b="1" kern="1200" dirty="0" err="1"/>
            <a:t>MySQL</a:t>
          </a:r>
          <a:r>
            <a:rPr lang="en-US" sz="2000" b="1" kern="1200" dirty="0"/>
            <a:t>/MariaDB</a:t>
          </a:r>
          <a:r>
            <a:rPr lang="id-ID" sz="2000" b="1" kern="1200" dirty="0"/>
            <a:t> </a:t>
          </a:r>
          <a:r>
            <a:rPr lang="id-ID" sz="2000" b="1" kern="1200" dirty="0" err="1"/>
            <a:t>Database</a:t>
          </a:r>
          <a:endParaRPr lang="en-US" sz="2000" kern="1200" dirty="0"/>
        </a:p>
      </dsp:txBody>
      <dsp:txXfrm>
        <a:off x="0" y="2610696"/>
        <a:ext cx="4078357" cy="435027"/>
      </dsp:txXfrm>
    </dsp:sp>
    <dsp:sp modelId="{46DEA3B6-D20D-0644-B6D4-86243981F6E9}">
      <dsp:nvSpPr>
        <dsp:cNvPr id="0" name=""/>
        <dsp:cNvSpPr/>
      </dsp:nvSpPr>
      <dsp:spPr>
        <a:xfrm>
          <a:off x="0" y="3045724"/>
          <a:ext cx="407835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817507-3909-D94E-BB14-6E33CE47FEA2}">
      <dsp:nvSpPr>
        <dsp:cNvPr id="0" name=""/>
        <dsp:cNvSpPr/>
      </dsp:nvSpPr>
      <dsp:spPr>
        <a:xfrm>
          <a:off x="0" y="3045724"/>
          <a:ext cx="4078357" cy="435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2000" b="1" kern="1200" dirty="0"/>
            <a:t>CMS System </a:t>
          </a:r>
          <a:r>
            <a:rPr lang="id-ID" sz="2000" b="0" kern="1200" dirty="0"/>
            <a:t>(</a:t>
          </a:r>
          <a:r>
            <a:rPr lang="id-ID" sz="2000" b="0" kern="1200" dirty="0" err="1"/>
            <a:t>Laravel</a:t>
          </a:r>
          <a:r>
            <a:rPr lang="id-ID" sz="2000" b="0" kern="1200" dirty="0"/>
            <a:t> </a:t>
          </a:r>
          <a:r>
            <a:rPr lang="en-US" sz="2000" b="0" kern="1200" dirty="0"/>
            <a:t>framework</a:t>
          </a:r>
          <a:r>
            <a:rPr lang="id-ID" sz="2000" b="0" kern="1200" dirty="0"/>
            <a:t>)</a:t>
          </a:r>
          <a:endParaRPr lang="en-US" sz="2000" b="0" kern="1200" dirty="0"/>
        </a:p>
      </dsp:txBody>
      <dsp:txXfrm>
        <a:off x="0" y="3045724"/>
        <a:ext cx="4078357" cy="435027"/>
      </dsp:txXfrm>
    </dsp:sp>
    <dsp:sp modelId="{72629099-2EC7-1F4C-B7CA-5DF02C8B043E}">
      <dsp:nvSpPr>
        <dsp:cNvPr id="0" name=""/>
        <dsp:cNvSpPr/>
      </dsp:nvSpPr>
      <dsp:spPr>
        <a:xfrm>
          <a:off x="0" y="3480751"/>
          <a:ext cx="407835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A59999-B7ED-4A47-8F79-AFA9B461CA5F}">
      <dsp:nvSpPr>
        <dsp:cNvPr id="0" name=""/>
        <dsp:cNvSpPr/>
      </dsp:nvSpPr>
      <dsp:spPr>
        <a:xfrm>
          <a:off x="0" y="3480751"/>
          <a:ext cx="4078357" cy="435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2000" b="1" kern="1200" dirty="0" err="1"/>
            <a:t>Responsive</a:t>
          </a:r>
          <a:r>
            <a:rPr lang="id-ID" sz="2000" b="1" kern="1200" dirty="0"/>
            <a:t> Design</a:t>
          </a:r>
          <a:endParaRPr lang="en-US" sz="2000" kern="1200" dirty="0"/>
        </a:p>
      </dsp:txBody>
      <dsp:txXfrm>
        <a:off x="0" y="3480751"/>
        <a:ext cx="4078357" cy="435027"/>
      </dsp:txXfrm>
    </dsp:sp>
    <dsp:sp modelId="{B4BF7BA8-2865-DF4F-A956-42A8BCC7D58B}">
      <dsp:nvSpPr>
        <dsp:cNvPr id="0" name=""/>
        <dsp:cNvSpPr/>
      </dsp:nvSpPr>
      <dsp:spPr>
        <a:xfrm>
          <a:off x="0" y="3915779"/>
          <a:ext cx="407835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45391C-B727-2D4F-A03C-1A34C2536674}">
      <dsp:nvSpPr>
        <dsp:cNvPr id="0" name=""/>
        <dsp:cNvSpPr/>
      </dsp:nvSpPr>
      <dsp:spPr>
        <a:xfrm>
          <a:off x="0" y="3915779"/>
          <a:ext cx="4078357" cy="435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2000" b="1" kern="1200" dirty="0"/>
            <a:t>J</a:t>
          </a:r>
          <a:r>
            <a:rPr lang="en-US" sz="2000" b="1" kern="1200" dirty="0"/>
            <a:t>SON</a:t>
          </a:r>
          <a:r>
            <a:rPr lang="id-ID" sz="2000" b="1" kern="1200" dirty="0"/>
            <a:t> API</a:t>
          </a:r>
          <a:endParaRPr lang="en-US" sz="2000" kern="1200" dirty="0"/>
        </a:p>
      </dsp:txBody>
      <dsp:txXfrm>
        <a:off x="0" y="3915779"/>
        <a:ext cx="4078357" cy="4350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26D907-641D-AB4D-8E5D-FCA9F91006E1}">
      <dsp:nvSpPr>
        <dsp:cNvPr id="0" name=""/>
        <dsp:cNvSpPr/>
      </dsp:nvSpPr>
      <dsp:spPr>
        <a:xfrm>
          <a:off x="0" y="531"/>
          <a:ext cx="407835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2173F1-96FD-5A41-A2A8-DBB6419A0672}">
      <dsp:nvSpPr>
        <dsp:cNvPr id="0" name=""/>
        <dsp:cNvSpPr/>
      </dsp:nvSpPr>
      <dsp:spPr>
        <a:xfrm>
          <a:off x="0" y="531"/>
          <a:ext cx="4078357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rgbClr val="0285FF"/>
              </a:solidFill>
            </a:rPr>
            <a:t>SUPPORTING SYSTEM</a:t>
          </a:r>
        </a:p>
      </dsp:txBody>
      <dsp:txXfrm>
        <a:off x="0" y="531"/>
        <a:ext cx="4078357" cy="870055"/>
      </dsp:txXfrm>
    </dsp:sp>
    <dsp:sp modelId="{F4DC0898-A08B-314C-A00A-B484091DAFB5}">
      <dsp:nvSpPr>
        <dsp:cNvPr id="0" name=""/>
        <dsp:cNvSpPr/>
      </dsp:nvSpPr>
      <dsp:spPr>
        <a:xfrm>
          <a:off x="0" y="870586"/>
          <a:ext cx="407835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D68F81-4A14-9C4E-8EA5-471A3D173526}">
      <dsp:nvSpPr>
        <dsp:cNvPr id="0" name=""/>
        <dsp:cNvSpPr/>
      </dsp:nvSpPr>
      <dsp:spPr>
        <a:xfrm>
          <a:off x="0" y="870586"/>
          <a:ext cx="4078357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2400" b="1" kern="1200" dirty="0"/>
            <a:t>SEO Friendly</a:t>
          </a:r>
          <a:r>
            <a:rPr lang="id-ID" sz="2400" b="0" kern="1200" dirty="0"/>
            <a:t> (</a:t>
          </a:r>
          <a:r>
            <a:rPr lang="id-ID" sz="2400" b="0" kern="1200" dirty="0" err="1"/>
            <a:t>on</a:t>
          </a:r>
          <a:r>
            <a:rPr lang="id-ID" sz="2400" b="0" kern="1200" dirty="0"/>
            <a:t> </a:t>
          </a:r>
          <a:r>
            <a:rPr lang="id-ID" sz="2400" b="0" kern="1200" dirty="0" err="1"/>
            <a:t>page</a:t>
          </a:r>
          <a:r>
            <a:rPr lang="id-ID" sz="2400" b="0" kern="1200" dirty="0"/>
            <a:t> </a:t>
          </a:r>
          <a:r>
            <a:rPr lang="id-ID" sz="2400" b="0" kern="1200" dirty="0" err="1"/>
            <a:t>optimization</a:t>
          </a:r>
          <a:r>
            <a:rPr lang="id-ID" sz="2400" b="0" kern="1200" dirty="0"/>
            <a:t>)</a:t>
          </a:r>
          <a:endParaRPr lang="en-US" sz="2400" b="0" kern="1200" dirty="0"/>
        </a:p>
      </dsp:txBody>
      <dsp:txXfrm>
        <a:off x="0" y="870586"/>
        <a:ext cx="4078357" cy="870055"/>
      </dsp:txXfrm>
    </dsp:sp>
    <dsp:sp modelId="{24458162-82A6-5147-8074-2FF57FDB0510}">
      <dsp:nvSpPr>
        <dsp:cNvPr id="0" name=""/>
        <dsp:cNvSpPr/>
      </dsp:nvSpPr>
      <dsp:spPr>
        <a:xfrm>
          <a:off x="0" y="1740641"/>
          <a:ext cx="407835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E5E677-D913-424B-A017-F2C00C3AFC2F}">
      <dsp:nvSpPr>
        <dsp:cNvPr id="0" name=""/>
        <dsp:cNvSpPr/>
      </dsp:nvSpPr>
      <dsp:spPr>
        <a:xfrm>
          <a:off x="0" y="1740641"/>
          <a:ext cx="4078357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2400" b="1" kern="1200" dirty="0"/>
            <a:t>Google </a:t>
          </a:r>
          <a:r>
            <a:rPr lang="id-ID" sz="2400" b="1" kern="1200" dirty="0" err="1"/>
            <a:t>Analytics</a:t>
          </a:r>
          <a:r>
            <a:rPr lang="id-ID" sz="2400" b="1" kern="1200" dirty="0"/>
            <a:t> &amp; </a:t>
          </a:r>
          <a:r>
            <a:rPr lang="en-US" sz="2400" b="1" kern="1200" dirty="0"/>
            <a:t>Google Search Console</a:t>
          </a:r>
          <a:endParaRPr lang="en-US" sz="2400" kern="1200" dirty="0"/>
        </a:p>
      </dsp:txBody>
      <dsp:txXfrm>
        <a:off x="0" y="1740641"/>
        <a:ext cx="4078357" cy="870055"/>
      </dsp:txXfrm>
    </dsp:sp>
    <dsp:sp modelId="{AA0496B5-AAF7-4E45-9230-1B06E751073D}">
      <dsp:nvSpPr>
        <dsp:cNvPr id="0" name=""/>
        <dsp:cNvSpPr/>
      </dsp:nvSpPr>
      <dsp:spPr>
        <a:xfrm>
          <a:off x="0" y="2610696"/>
          <a:ext cx="407835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D9EC76-0F2A-3D49-909E-6B675C860AA5}">
      <dsp:nvSpPr>
        <dsp:cNvPr id="0" name=""/>
        <dsp:cNvSpPr/>
      </dsp:nvSpPr>
      <dsp:spPr>
        <a:xfrm>
          <a:off x="0" y="2610696"/>
          <a:ext cx="4078357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2400" b="1" kern="1200" dirty="0"/>
            <a:t>Google </a:t>
          </a:r>
          <a:r>
            <a:rPr lang="id-ID" sz="2400" b="1" kern="1200" dirty="0" err="1"/>
            <a:t>Speed</a:t>
          </a:r>
          <a:r>
            <a:rPr lang="id-ID" sz="2400" b="1" kern="1200" dirty="0"/>
            <a:t> </a:t>
          </a:r>
          <a:r>
            <a:rPr lang="id-ID" sz="2400" b="1" kern="1200" dirty="0" err="1"/>
            <a:t>Test</a:t>
          </a:r>
          <a:r>
            <a:rPr lang="id-ID" sz="2400" b="1" kern="1200" dirty="0"/>
            <a:t> </a:t>
          </a:r>
          <a:r>
            <a:rPr lang="id-ID" sz="2400" b="0" kern="1200" dirty="0"/>
            <a:t>(</a:t>
          </a:r>
          <a:r>
            <a:rPr lang="en-US" sz="2400" b="0" kern="1200" dirty="0"/>
            <a:t>g</a:t>
          </a:r>
          <a:r>
            <a:rPr lang="id-ID" sz="2400" b="0" kern="1200" dirty="0" err="1"/>
            <a:t>ood</a:t>
          </a:r>
          <a:r>
            <a:rPr lang="id-ID" sz="2400" b="0" kern="1200" dirty="0"/>
            <a:t> </a:t>
          </a:r>
          <a:r>
            <a:rPr lang="en-US" sz="2400" b="0" kern="1200" dirty="0"/>
            <a:t>r</a:t>
          </a:r>
          <a:r>
            <a:rPr lang="id-ID" sz="2400" b="0" kern="1200" dirty="0" err="1"/>
            <a:t>esult</a:t>
          </a:r>
          <a:r>
            <a:rPr lang="id-ID" sz="2400" b="0" kern="1200" dirty="0"/>
            <a:t>)</a:t>
          </a:r>
          <a:endParaRPr lang="en-US" sz="2400" b="0" kern="1200" dirty="0"/>
        </a:p>
      </dsp:txBody>
      <dsp:txXfrm>
        <a:off x="0" y="2610696"/>
        <a:ext cx="4078357" cy="870055"/>
      </dsp:txXfrm>
    </dsp:sp>
    <dsp:sp modelId="{035CE9CF-DCDC-5940-8F98-DBAAE55E7336}">
      <dsp:nvSpPr>
        <dsp:cNvPr id="0" name=""/>
        <dsp:cNvSpPr/>
      </dsp:nvSpPr>
      <dsp:spPr>
        <a:xfrm>
          <a:off x="0" y="3480751"/>
          <a:ext cx="407835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E24FF3-7977-B347-8DB6-991F40518F2F}">
      <dsp:nvSpPr>
        <dsp:cNvPr id="0" name=""/>
        <dsp:cNvSpPr/>
      </dsp:nvSpPr>
      <dsp:spPr>
        <a:xfrm>
          <a:off x="0" y="3480751"/>
          <a:ext cx="4078357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 err="1"/>
            <a:t>OpenGraph</a:t>
          </a:r>
          <a:r>
            <a:rPr lang="en-US" sz="2400" b="1" kern="1200" dirty="0"/>
            <a:t> </a:t>
          </a:r>
          <a:r>
            <a:rPr lang="en-US" sz="2400" b="0" kern="1200" dirty="0"/>
            <a:t>(Share to Social Media)</a:t>
          </a:r>
        </a:p>
      </dsp:txBody>
      <dsp:txXfrm>
        <a:off x="0" y="3480751"/>
        <a:ext cx="4078357" cy="87005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711546-641E-DF4E-BE6F-E05B6C7D56A7}">
      <dsp:nvSpPr>
        <dsp:cNvPr id="0" name=""/>
        <dsp:cNvSpPr/>
      </dsp:nvSpPr>
      <dsp:spPr>
        <a:xfrm>
          <a:off x="0" y="450"/>
          <a:ext cx="558306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2D4DD3-7B79-364D-A3E4-1C26EFF0FD44}">
      <dsp:nvSpPr>
        <dsp:cNvPr id="0" name=""/>
        <dsp:cNvSpPr/>
      </dsp:nvSpPr>
      <dsp:spPr>
        <a:xfrm>
          <a:off x="0" y="450"/>
          <a:ext cx="5583067" cy="369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A1 Injection</a:t>
          </a:r>
        </a:p>
      </dsp:txBody>
      <dsp:txXfrm>
        <a:off x="0" y="450"/>
        <a:ext cx="5583067" cy="369241"/>
      </dsp:txXfrm>
    </dsp:sp>
    <dsp:sp modelId="{84679A64-7F78-874F-887D-BDA67C7D2DEA}">
      <dsp:nvSpPr>
        <dsp:cNvPr id="0" name=""/>
        <dsp:cNvSpPr/>
      </dsp:nvSpPr>
      <dsp:spPr>
        <a:xfrm>
          <a:off x="0" y="369692"/>
          <a:ext cx="558306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6CD697-8DDA-2A4D-A514-F1F85F99AEFA}">
      <dsp:nvSpPr>
        <dsp:cNvPr id="0" name=""/>
        <dsp:cNvSpPr/>
      </dsp:nvSpPr>
      <dsp:spPr>
        <a:xfrm>
          <a:off x="0" y="369692"/>
          <a:ext cx="5583067" cy="369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A2 Broken Authentication and Session Management</a:t>
          </a:r>
        </a:p>
      </dsp:txBody>
      <dsp:txXfrm>
        <a:off x="0" y="369692"/>
        <a:ext cx="5583067" cy="369241"/>
      </dsp:txXfrm>
    </dsp:sp>
    <dsp:sp modelId="{40B367BA-CE4F-D945-A5E5-64144B89D5AE}">
      <dsp:nvSpPr>
        <dsp:cNvPr id="0" name=""/>
        <dsp:cNvSpPr/>
      </dsp:nvSpPr>
      <dsp:spPr>
        <a:xfrm>
          <a:off x="0" y="738934"/>
          <a:ext cx="558306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920819-C463-E849-9D28-2ED2EF1B2B29}">
      <dsp:nvSpPr>
        <dsp:cNvPr id="0" name=""/>
        <dsp:cNvSpPr/>
      </dsp:nvSpPr>
      <dsp:spPr>
        <a:xfrm>
          <a:off x="0" y="738934"/>
          <a:ext cx="5583067" cy="369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A3 Cross-Site Scripting (XSS)</a:t>
          </a:r>
        </a:p>
      </dsp:txBody>
      <dsp:txXfrm>
        <a:off x="0" y="738934"/>
        <a:ext cx="5583067" cy="369241"/>
      </dsp:txXfrm>
    </dsp:sp>
    <dsp:sp modelId="{89B6BED2-5CE2-5E4C-9BD3-B491F1E76651}">
      <dsp:nvSpPr>
        <dsp:cNvPr id="0" name=""/>
        <dsp:cNvSpPr/>
      </dsp:nvSpPr>
      <dsp:spPr>
        <a:xfrm>
          <a:off x="0" y="1108176"/>
          <a:ext cx="558306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86900E-6101-2C47-A749-0DF4037D489E}">
      <dsp:nvSpPr>
        <dsp:cNvPr id="0" name=""/>
        <dsp:cNvSpPr/>
      </dsp:nvSpPr>
      <dsp:spPr>
        <a:xfrm>
          <a:off x="0" y="1108176"/>
          <a:ext cx="5583067" cy="369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A4 Insecure Direct Object References</a:t>
          </a:r>
        </a:p>
      </dsp:txBody>
      <dsp:txXfrm>
        <a:off x="0" y="1108176"/>
        <a:ext cx="5583067" cy="369241"/>
      </dsp:txXfrm>
    </dsp:sp>
    <dsp:sp modelId="{92C35278-D8B0-9E49-AFEC-4F52D8607A2A}">
      <dsp:nvSpPr>
        <dsp:cNvPr id="0" name=""/>
        <dsp:cNvSpPr/>
      </dsp:nvSpPr>
      <dsp:spPr>
        <a:xfrm>
          <a:off x="0" y="1477417"/>
          <a:ext cx="558306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FA1AFE-0005-954C-8B6E-69D3F3439C2F}">
      <dsp:nvSpPr>
        <dsp:cNvPr id="0" name=""/>
        <dsp:cNvSpPr/>
      </dsp:nvSpPr>
      <dsp:spPr>
        <a:xfrm>
          <a:off x="0" y="1477417"/>
          <a:ext cx="5583067" cy="369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A5 Security Misconfiguration</a:t>
          </a:r>
        </a:p>
      </dsp:txBody>
      <dsp:txXfrm>
        <a:off x="0" y="1477417"/>
        <a:ext cx="5583067" cy="369241"/>
      </dsp:txXfrm>
    </dsp:sp>
    <dsp:sp modelId="{0F793DDD-3A7B-5C45-89EF-6ADB8F2FF2D4}">
      <dsp:nvSpPr>
        <dsp:cNvPr id="0" name=""/>
        <dsp:cNvSpPr/>
      </dsp:nvSpPr>
      <dsp:spPr>
        <a:xfrm>
          <a:off x="0" y="1846659"/>
          <a:ext cx="558306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87C45D-5C59-F44E-A440-4B63E324343F}">
      <dsp:nvSpPr>
        <dsp:cNvPr id="0" name=""/>
        <dsp:cNvSpPr/>
      </dsp:nvSpPr>
      <dsp:spPr>
        <a:xfrm>
          <a:off x="0" y="1846659"/>
          <a:ext cx="5583067" cy="369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A6 Sensitive Data Exposure</a:t>
          </a:r>
        </a:p>
      </dsp:txBody>
      <dsp:txXfrm>
        <a:off x="0" y="1846659"/>
        <a:ext cx="5583067" cy="369241"/>
      </dsp:txXfrm>
    </dsp:sp>
    <dsp:sp modelId="{C8C90816-33EF-D44B-8BBC-734FE8EC99A7}">
      <dsp:nvSpPr>
        <dsp:cNvPr id="0" name=""/>
        <dsp:cNvSpPr/>
      </dsp:nvSpPr>
      <dsp:spPr>
        <a:xfrm>
          <a:off x="0" y="2215901"/>
          <a:ext cx="558306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93EA0F-036E-BF40-9161-EDC34303A63C}">
      <dsp:nvSpPr>
        <dsp:cNvPr id="0" name=""/>
        <dsp:cNvSpPr/>
      </dsp:nvSpPr>
      <dsp:spPr>
        <a:xfrm>
          <a:off x="0" y="2215901"/>
          <a:ext cx="5583067" cy="369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A7 Missing Function Level Access Control</a:t>
          </a:r>
        </a:p>
      </dsp:txBody>
      <dsp:txXfrm>
        <a:off x="0" y="2215901"/>
        <a:ext cx="5583067" cy="369241"/>
      </dsp:txXfrm>
    </dsp:sp>
    <dsp:sp modelId="{96D3B58F-B167-9146-BAE4-9A22E8C83C5D}">
      <dsp:nvSpPr>
        <dsp:cNvPr id="0" name=""/>
        <dsp:cNvSpPr/>
      </dsp:nvSpPr>
      <dsp:spPr>
        <a:xfrm>
          <a:off x="0" y="2585142"/>
          <a:ext cx="558306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CE7CFE-6AD5-A141-954C-DF9C8D398D36}">
      <dsp:nvSpPr>
        <dsp:cNvPr id="0" name=""/>
        <dsp:cNvSpPr/>
      </dsp:nvSpPr>
      <dsp:spPr>
        <a:xfrm>
          <a:off x="0" y="2585142"/>
          <a:ext cx="5583067" cy="369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A8 Cross-Site Request Forgery (CSRF)</a:t>
          </a:r>
        </a:p>
      </dsp:txBody>
      <dsp:txXfrm>
        <a:off x="0" y="2585142"/>
        <a:ext cx="5583067" cy="369241"/>
      </dsp:txXfrm>
    </dsp:sp>
    <dsp:sp modelId="{D85F8188-D6E0-F04F-A8DA-C6A7000EC625}">
      <dsp:nvSpPr>
        <dsp:cNvPr id="0" name=""/>
        <dsp:cNvSpPr/>
      </dsp:nvSpPr>
      <dsp:spPr>
        <a:xfrm>
          <a:off x="0" y="2954384"/>
          <a:ext cx="558306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AB08B5-9210-5D4E-94C5-9D9FD90DF9A6}">
      <dsp:nvSpPr>
        <dsp:cNvPr id="0" name=""/>
        <dsp:cNvSpPr/>
      </dsp:nvSpPr>
      <dsp:spPr>
        <a:xfrm>
          <a:off x="0" y="2954384"/>
          <a:ext cx="5583067" cy="369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A9 Using Components with Known Vulnerabilities</a:t>
          </a:r>
        </a:p>
      </dsp:txBody>
      <dsp:txXfrm>
        <a:off x="0" y="2954384"/>
        <a:ext cx="5583067" cy="369241"/>
      </dsp:txXfrm>
    </dsp:sp>
    <dsp:sp modelId="{E876CC62-9F36-EC4A-9E65-3236295C9211}">
      <dsp:nvSpPr>
        <dsp:cNvPr id="0" name=""/>
        <dsp:cNvSpPr/>
      </dsp:nvSpPr>
      <dsp:spPr>
        <a:xfrm>
          <a:off x="0" y="3323626"/>
          <a:ext cx="558306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C736ED-BC03-9140-B6B8-CA042A5A0FF8}">
      <dsp:nvSpPr>
        <dsp:cNvPr id="0" name=""/>
        <dsp:cNvSpPr/>
      </dsp:nvSpPr>
      <dsp:spPr>
        <a:xfrm>
          <a:off x="0" y="3323626"/>
          <a:ext cx="5583067" cy="369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A10 Unvalidated Redirects and Forwards</a:t>
          </a:r>
        </a:p>
      </dsp:txBody>
      <dsp:txXfrm>
        <a:off x="0" y="3323626"/>
        <a:ext cx="5583067" cy="36924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FD3A00-B82F-47BC-9FC7-1FF2C0EB6AD7}">
      <dsp:nvSpPr>
        <dsp:cNvPr id="0" name=""/>
        <dsp:cNvSpPr/>
      </dsp:nvSpPr>
      <dsp:spPr>
        <a:xfrm>
          <a:off x="169672" y="195464"/>
          <a:ext cx="911282" cy="91128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6E10C2-4518-499B-A6D4-91FDB6DAE4E7}">
      <dsp:nvSpPr>
        <dsp:cNvPr id="0" name=""/>
        <dsp:cNvSpPr/>
      </dsp:nvSpPr>
      <dsp:spPr>
        <a:xfrm>
          <a:off x="361041" y="386834"/>
          <a:ext cx="528544" cy="5285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C5B3C7-9535-43B3-9231-31A76BA563D4}">
      <dsp:nvSpPr>
        <dsp:cNvPr id="0" name=""/>
        <dsp:cNvSpPr/>
      </dsp:nvSpPr>
      <dsp:spPr>
        <a:xfrm>
          <a:off x="1276229" y="195464"/>
          <a:ext cx="2148023" cy="9112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Free Maintenance Service 3 </a:t>
          </a:r>
          <a:r>
            <a:rPr lang="en-US" sz="1900" kern="1200" dirty="0" err="1"/>
            <a:t>Bulan</a:t>
          </a:r>
          <a:endParaRPr lang="en-US" sz="1900" kern="1200" dirty="0"/>
        </a:p>
      </dsp:txBody>
      <dsp:txXfrm>
        <a:off x="1276229" y="195464"/>
        <a:ext cx="2148023" cy="911282"/>
      </dsp:txXfrm>
    </dsp:sp>
    <dsp:sp modelId="{4A4E006C-FDF7-4389-BCD3-B440A6373588}">
      <dsp:nvSpPr>
        <dsp:cNvPr id="0" name=""/>
        <dsp:cNvSpPr/>
      </dsp:nvSpPr>
      <dsp:spPr>
        <a:xfrm>
          <a:off x="3798530" y="195464"/>
          <a:ext cx="911282" cy="91128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8198F2-6B87-4E11-A877-95FF26CEB5DA}">
      <dsp:nvSpPr>
        <dsp:cNvPr id="0" name=""/>
        <dsp:cNvSpPr/>
      </dsp:nvSpPr>
      <dsp:spPr>
        <a:xfrm>
          <a:off x="3989900" y="386834"/>
          <a:ext cx="528544" cy="5285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C0C23C-12DE-4FD2-97FC-321444C1944E}">
      <dsp:nvSpPr>
        <dsp:cNvPr id="0" name=""/>
        <dsp:cNvSpPr/>
      </dsp:nvSpPr>
      <dsp:spPr>
        <a:xfrm>
          <a:off x="4905088" y="195464"/>
          <a:ext cx="2148023" cy="9112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Training Administrator (Online)</a:t>
          </a:r>
        </a:p>
      </dsp:txBody>
      <dsp:txXfrm>
        <a:off x="4905088" y="195464"/>
        <a:ext cx="2148023" cy="911282"/>
      </dsp:txXfrm>
    </dsp:sp>
    <dsp:sp modelId="{496622B6-DD61-482B-99CB-F4D5C3E71E31}">
      <dsp:nvSpPr>
        <dsp:cNvPr id="0" name=""/>
        <dsp:cNvSpPr/>
      </dsp:nvSpPr>
      <dsp:spPr>
        <a:xfrm>
          <a:off x="7427389" y="195464"/>
          <a:ext cx="911282" cy="91128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DF7288-E3E0-4EDB-879D-180BE4E7389F}">
      <dsp:nvSpPr>
        <dsp:cNvPr id="0" name=""/>
        <dsp:cNvSpPr/>
      </dsp:nvSpPr>
      <dsp:spPr>
        <a:xfrm>
          <a:off x="7618758" y="386834"/>
          <a:ext cx="528544" cy="5285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0ABC02-5B46-42FB-B895-8BF5DBEE8B49}">
      <dsp:nvSpPr>
        <dsp:cNvPr id="0" name=""/>
        <dsp:cNvSpPr/>
      </dsp:nvSpPr>
      <dsp:spPr>
        <a:xfrm>
          <a:off x="8468937" y="195464"/>
          <a:ext cx="2278043" cy="9112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Manual Guide Administrator </a:t>
          </a:r>
          <a:br>
            <a:rPr lang="en-US" sz="1900" kern="1200" dirty="0"/>
          </a:br>
          <a:r>
            <a:rPr lang="en-US" sz="1900" kern="1200" dirty="0"/>
            <a:t>(PDF/Printed)</a:t>
          </a:r>
        </a:p>
      </dsp:txBody>
      <dsp:txXfrm>
        <a:off x="8468937" y="195464"/>
        <a:ext cx="2278043" cy="911282"/>
      </dsp:txXfrm>
    </dsp:sp>
    <dsp:sp modelId="{A39A5C33-2671-4E07-8C38-098CA3F9787C}">
      <dsp:nvSpPr>
        <dsp:cNvPr id="0" name=""/>
        <dsp:cNvSpPr/>
      </dsp:nvSpPr>
      <dsp:spPr>
        <a:xfrm>
          <a:off x="169672" y="1560114"/>
          <a:ext cx="911282" cy="91128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4FF569-DEEE-4B2F-82AA-369EB57E48A4}">
      <dsp:nvSpPr>
        <dsp:cNvPr id="0" name=""/>
        <dsp:cNvSpPr/>
      </dsp:nvSpPr>
      <dsp:spPr>
        <a:xfrm>
          <a:off x="361041" y="1751483"/>
          <a:ext cx="528544" cy="52854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648290-2AD9-4C45-9D1E-C2EAE70DDB56}">
      <dsp:nvSpPr>
        <dsp:cNvPr id="0" name=""/>
        <dsp:cNvSpPr/>
      </dsp:nvSpPr>
      <dsp:spPr>
        <a:xfrm>
          <a:off x="1276229" y="1560114"/>
          <a:ext cx="2148023" cy="9112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SEO on Page Activity (Consultancy)</a:t>
          </a:r>
        </a:p>
      </dsp:txBody>
      <dsp:txXfrm>
        <a:off x="1276229" y="1560114"/>
        <a:ext cx="2148023" cy="911282"/>
      </dsp:txXfrm>
    </dsp:sp>
    <dsp:sp modelId="{719AF5A7-E3E1-4375-AEFB-004811C730EB}">
      <dsp:nvSpPr>
        <dsp:cNvPr id="0" name=""/>
        <dsp:cNvSpPr/>
      </dsp:nvSpPr>
      <dsp:spPr>
        <a:xfrm>
          <a:off x="3798530" y="1560114"/>
          <a:ext cx="911282" cy="91128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DC35D7-4498-4063-A548-DEE9ED31788E}">
      <dsp:nvSpPr>
        <dsp:cNvPr id="0" name=""/>
        <dsp:cNvSpPr/>
      </dsp:nvSpPr>
      <dsp:spPr>
        <a:xfrm>
          <a:off x="3989900" y="1751483"/>
          <a:ext cx="528544" cy="52854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92FC53-9816-45E3-998A-241A2FE9D06C}">
      <dsp:nvSpPr>
        <dsp:cNvPr id="0" name=""/>
        <dsp:cNvSpPr/>
      </dsp:nvSpPr>
      <dsp:spPr>
        <a:xfrm>
          <a:off x="4905088" y="1560114"/>
          <a:ext cx="2148023" cy="9112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Bug Fixing Error</a:t>
          </a:r>
        </a:p>
      </dsp:txBody>
      <dsp:txXfrm>
        <a:off x="4905088" y="1560114"/>
        <a:ext cx="2148023" cy="9112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93915FD-4F6A-3AE4-0D6B-527A1732B4F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DD12C6-B785-57F2-DD1E-7DF7CE82CB8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FF6B9331-DC88-3943-97A0-9A7B30CDB01F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A66A99-FD16-9F95-810F-CFB744B9465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078230-D2DB-CE5E-83EA-AD100ADDFDF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083DCFDC-EDBA-8948-B485-521127EAF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12533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52013AB1-FF24-D647-826C-B3E775B34985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3DC078AF-E084-D045-9DDD-1AFD2161E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5722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C078AF-E084-D045-9DDD-1AFD2161E65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1673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3BFA0-C703-BDBD-89A4-5AD96B73F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C316F0-B3A4-255E-C4FF-728ADE2C8D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868ADD-2D87-CB6C-29BA-3FAF537C82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B3F5E-425F-C0DB-726D-F9D30C5AC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C078AF-E084-D045-9DDD-1AFD2161E65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5041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28217-687E-97EC-A006-22DD8303CA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D34F33-44EB-C62C-A9F8-FA4DBDC232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018F50-06C7-5CEB-275B-88640CCBB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E866-3873-7441-990D-8F5B1B8CCF51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939A11-5867-E6EE-497E-B85B617A7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BA5DA-2063-3856-5577-B39FC8D44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08C2B-649E-4F4F-9B7E-800CACBFF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36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8E220-253C-E149-8F3B-835CFE2E2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D4F30-F190-C487-264D-47E2C21A1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039813-79D1-8C45-A5BD-B3C04E8AD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E866-3873-7441-990D-8F5B1B8CCF51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31753-206D-A846-23FB-C62D99C5C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E3EC6-FC0E-490E-5859-7782D9BD5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08C2B-649E-4F4F-9B7E-800CACBFF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516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A7E2F-775C-8EA7-6F3C-E9B9834CC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0E595C-0550-0638-E706-378C945B0A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46F81-E6D6-5197-F67B-5C9CE33EB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E866-3873-7441-990D-8F5B1B8CCF51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EBF67B-AE9E-7CDE-284F-3EB60F724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2CA7F3-C77D-D195-C4A8-170C22AD0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08C2B-649E-4F4F-9B7E-800CACBFF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747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2E5F1-ADF8-FA50-1D10-47FED2CBD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80958-910E-E469-6CB8-43C353E100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710AAC-04FA-C2AE-511D-0C90659621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87016A-FB90-C28A-1602-4B8FF9F45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E866-3873-7441-990D-8F5B1B8CCF51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4D5F6E-92E7-C7BD-C418-A7A795077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96FB5C-50E6-8C23-EA14-A44A4C4FB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08C2B-649E-4F4F-9B7E-800CACBFF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86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CF2C0-F411-32E5-21F4-CD3B954C5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E20F32-A33C-2555-347B-BE51D6274F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AB7634-EF7B-3C9E-0E68-ACA51D2017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4826B7-61E0-B3A3-C76A-DB443AE5E5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42286E-DA70-A733-5424-A0B9087829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4E4301-1D37-F9B7-11EB-92C17B029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E866-3873-7441-990D-8F5B1B8CCF51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8CC0FE-3BD0-A502-B463-D3BAF3ED2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5D8711-423E-FB99-C56A-C2857C186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08C2B-649E-4F4F-9B7E-800CACBFF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439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B99B1-4587-D7FA-F166-133EC4F09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A85BA6-1076-40F9-D36B-AEE525423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E866-3873-7441-990D-8F5B1B8CCF51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5B8C77-1105-C10D-7E3F-1B15E986D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B0218B-E5B8-A6FD-24C3-D1E42AC3E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08C2B-649E-4F4F-9B7E-800CACBFF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909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3D0546-12FD-72B8-71AD-C96D33ACC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E866-3873-7441-990D-8F5B1B8CCF51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F3E026-F27F-DE66-F661-FFC88C27A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FBB8A7-D0D0-B032-DE9A-97636E4D2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08C2B-649E-4F4F-9B7E-800CACBFF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244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59D11-B58D-DCE7-558E-37B5E9610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D41A4-138A-EC26-398B-926B6FD47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BABA0A-6A74-112D-82B0-FCECA852B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B45D90-FD9E-960D-33F4-9D5265A98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E866-3873-7441-990D-8F5B1B8CCF51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97B33C-E66F-ABE1-0288-4159E66F7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B51893-A1A7-06BF-5D1F-5CD3CDB06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08C2B-649E-4F4F-9B7E-800CACBFF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120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DC4E2-4650-6417-51B2-833FD12B2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0A25B7-D54E-47AE-747A-BD936624F9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77F30B-EE1B-FD20-298F-4A5FDD1C2B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FA0244-C135-733E-9729-B6D4C35B6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E866-3873-7441-990D-8F5B1B8CCF51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D014EC-20E4-63FC-5811-C48B04FB0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4B3BF2-EDF7-A2D7-669B-D6384A81E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08C2B-649E-4F4F-9B7E-800CACBFF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906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0F42A-F066-222E-DACD-2E12FA4B2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B35EFE-8F6A-8B96-317C-8901E5FE57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3B412-783F-38E7-3A3C-A10C1AC5E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E866-3873-7441-990D-8F5B1B8CCF51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2A595-8570-48F8-51E3-09EA42FE7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3BF32-5687-6446-2758-D0B55832E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08C2B-649E-4F4F-9B7E-800CACBFF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426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CB230E-4148-3541-1183-41B1BFBE77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9E6182-DFC8-F1D9-9DD3-87A0A639BA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69FD2C-7EB1-D102-FCF1-A71FE7FFA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E866-3873-7441-990D-8F5B1B8CCF51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A23830-EF55-1EF9-F04E-0A8515C2C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EE154D-93F1-B770-A3B4-13D61AC3D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08C2B-649E-4F4F-9B7E-800CACBFF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821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32C0FD-4D40-C688-AB6C-A8C0B4B44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3BB8C5-7FC5-AED8-A320-408E371C6E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14A4C8-C615-D32E-41CC-5DE7B8B49F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47E866-3873-7441-990D-8F5B1B8CCF51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7A0355-76FB-44BC-7107-C0343CFAD6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6A223-5D15-D229-6551-49C712FB45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C08C2B-649E-4F4F-9B7E-800CACBFF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737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Layout" Target="../diagrams/layout1.xml"/><Relationship Id="rId7" Type="http://schemas.openxmlformats.org/officeDocument/2006/relationships/image" Target="../media/image12.png"/><Relationship Id="rId12" Type="http://schemas.microsoft.com/office/2007/relationships/diagramDrawing" Target="../diagrams/drawing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openxmlformats.org/officeDocument/2006/relationships/diagramColors" Target="../diagrams/colors2.xml"/><Relationship Id="rId5" Type="http://schemas.openxmlformats.org/officeDocument/2006/relationships/diagramColors" Target="../diagrams/colors1.xml"/><Relationship Id="rId10" Type="http://schemas.openxmlformats.org/officeDocument/2006/relationships/diagramQuickStyle" Target="../diagrams/quickStyle2.xml"/><Relationship Id="rId4" Type="http://schemas.openxmlformats.org/officeDocument/2006/relationships/diagramQuickStyle" Target="../diagrams/quickStyle1.xml"/><Relationship Id="rId9" Type="http://schemas.openxmlformats.org/officeDocument/2006/relationships/diagramLayout" Target="../diagrams/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12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5C0224C-8308-7D62-63FF-37AD61455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6255" y="0"/>
            <a:ext cx="12248255" cy="686234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4A68A18-544F-E9F0-57EE-CC2B9183699D}"/>
              </a:ext>
            </a:extLst>
          </p:cNvPr>
          <p:cNvSpPr/>
          <p:nvPr/>
        </p:nvSpPr>
        <p:spPr>
          <a:xfrm>
            <a:off x="464695" y="1783830"/>
            <a:ext cx="3909691" cy="22277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95CE17-EBFF-0B90-5B8A-CF24861D5527}"/>
              </a:ext>
            </a:extLst>
          </p:cNvPr>
          <p:cNvSpPr txBox="1"/>
          <p:nvPr/>
        </p:nvSpPr>
        <p:spPr>
          <a:xfrm>
            <a:off x="464695" y="1816509"/>
            <a:ext cx="5396459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85FE"/>
                </a:solidFill>
                <a:latin typeface="Arial Rounded MT Bold" panose="020F0704030504030204" pitchFamily="34" charset="0"/>
              </a:rPr>
              <a:t>PROPOSAL PENAWARAN</a:t>
            </a:r>
          </a:p>
          <a:p>
            <a:r>
              <a:rPr lang="en-US" sz="2800" dirty="0">
                <a:latin typeface="Arial Rounded MT Bold" panose="020F0704030504030204" pitchFamily="34" charset="0"/>
              </a:rPr>
              <a:t>PEMBUATAN WEBSITE</a:t>
            </a:r>
            <a:endParaRPr lang="en-US" sz="2800" dirty="0">
              <a:latin typeface="Arial Rounded MT Bold" panose="020F0704030504030204" pitchFamily="34" charset="77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D4572A-B051-0D03-B65E-5352C4E186BD}"/>
              </a:ext>
            </a:extLst>
          </p:cNvPr>
          <p:cNvSpPr/>
          <p:nvPr/>
        </p:nvSpPr>
        <p:spPr>
          <a:xfrm>
            <a:off x="575090" y="2936557"/>
            <a:ext cx="7051006" cy="492443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sz="2600" dirty="0">
                <a:solidFill>
                  <a:schemeClr val="bg1"/>
                </a:solidFill>
                <a:latin typeface="Arial Rounded MT Bold" panose="020F0704030504030204" pitchFamily="34" charset="77"/>
              </a:rPr>
              <a:t>THINK FOR MINING AND STEEL POLICIES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5462F1-F290-DC9B-0D6E-21BBB380BE79}"/>
              </a:ext>
            </a:extLst>
          </p:cNvPr>
          <p:cNvSpPr txBox="1"/>
          <p:nvPr/>
        </p:nvSpPr>
        <p:spPr>
          <a:xfrm>
            <a:off x="575089" y="3549204"/>
            <a:ext cx="3688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: 083/WEB/4VM/593-NC/06-2025</a:t>
            </a:r>
          </a:p>
        </p:txBody>
      </p:sp>
    </p:spTree>
    <p:extLst>
      <p:ext uri="{BB962C8B-B14F-4D97-AF65-F5344CB8AC3E}">
        <p14:creationId xmlns:p14="http://schemas.microsoft.com/office/powerpoint/2010/main" val="3212967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2F9D430-9519-695B-1F53-F14ECB7D6A01}"/>
              </a:ext>
            </a:extLst>
          </p:cNvPr>
          <p:cNvSpPr/>
          <p:nvPr/>
        </p:nvSpPr>
        <p:spPr>
          <a:xfrm>
            <a:off x="0" y="6096000"/>
            <a:ext cx="2146852" cy="530087"/>
          </a:xfrm>
          <a:prstGeom prst="rect">
            <a:avLst/>
          </a:prstGeom>
          <a:solidFill>
            <a:srgbClr val="0285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484745-D259-2BAF-A139-27D7BD9AAF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48506" y="0"/>
            <a:ext cx="12240506" cy="6858000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0093827-446C-CAB7-C2BE-D80CFF18AC3D}"/>
              </a:ext>
            </a:extLst>
          </p:cNvPr>
          <p:cNvSpPr/>
          <p:nvPr/>
        </p:nvSpPr>
        <p:spPr>
          <a:xfrm>
            <a:off x="-48506" y="6248400"/>
            <a:ext cx="2442082" cy="466165"/>
          </a:xfrm>
          <a:prstGeom prst="rect">
            <a:avLst/>
          </a:prstGeom>
          <a:solidFill>
            <a:srgbClr val="0085FE"/>
          </a:solidFill>
          <a:ln>
            <a:solidFill>
              <a:srgbClr val="0085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851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FB295-5557-FBB5-272C-DF25999BE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45702F5-2C9D-019F-782F-9D9989CC9B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240507" cy="6858000"/>
          </a:xfrm>
        </p:spPr>
      </p:pic>
    </p:spTree>
    <p:extLst>
      <p:ext uri="{BB962C8B-B14F-4D97-AF65-F5344CB8AC3E}">
        <p14:creationId xmlns:p14="http://schemas.microsoft.com/office/powerpoint/2010/main" val="163052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215B8-2922-A708-BA91-07ADDE149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CE8B94-CE18-4938-C10E-0882598053B9}"/>
              </a:ext>
            </a:extLst>
          </p:cNvPr>
          <p:cNvSpPr/>
          <p:nvPr/>
        </p:nvSpPr>
        <p:spPr>
          <a:xfrm>
            <a:off x="0" y="6228522"/>
            <a:ext cx="2398643" cy="3975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C5B4C4A-5E2C-3D22-4EEA-7726FB1E28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240507" cy="6858000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9EDC5A8-4169-76A4-A8C2-4385C6FB0EE4}"/>
              </a:ext>
            </a:extLst>
          </p:cNvPr>
          <p:cNvSpPr/>
          <p:nvPr/>
        </p:nvSpPr>
        <p:spPr>
          <a:xfrm>
            <a:off x="0" y="6131859"/>
            <a:ext cx="2268071" cy="4942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666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F6305-72AD-E8D1-BD6A-7C4B0E3F8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A0F44A-7A5D-1F43-293D-5E983C20EF2F}"/>
              </a:ext>
            </a:extLst>
          </p:cNvPr>
          <p:cNvSpPr/>
          <p:nvPr/>
        </p:nvSpPr>
        <p:spPr>
          <a:xfrm>
            <a:off x="0" y="6228522"/>
            <a:ext cx="2464904" cy="4108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A69157-4FA1-2C4B-9CC8-6BB73F7EF9A5}"/>
              </a:ext>
            </a:extLst>
          </p:cNvPr>
          <p:cNvSpPr/>
          <p:nvPr/>
        </p:nvSpPr>
        <p:spPr>
          <a:xfrm>
            <a:off x="152400" y="6380922"/>
            <a:ext cx="2464904" cy="4108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86E18EF-9D86-AE48-5941-131A1FF76F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240507" cy="6858000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8B6F1AB-DE0D-6493-CE3A-3A965782909E}"/>
              </a:ext>
            </a:extLst>
          </p:cNvPr>
          <p:cNvSpPr/>
          <p:nvPr/>
        </p:nvSpPr>
        <p:spPr>
          <a:xfrm>
            <a:off x="0" y="6228522"/>
            <a:ext cx="2348753" cy="41081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832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A1AEF83-35F7-E565-0EB0-77C11A30871D}"/>
              </a:ext>
            </a:extLst>
          </p:cNvPr>
          <p:cNvSpPr/>
          <p:nvPr/>
        </p:nvSpPr>
        <p:spPr>
          <a:xfrm>
            <a:off x="0" y="6228522"/>
            <a:ext cx="2464904" cy="4108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C1DC696-257F-3186-D224-4F3B5BDC9A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240507" cy="6858000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5330B48-BB8F-96C8-2586-AB72DA1EE912}"/>
              </a:ext>
            </a:extLst>
          </p:cNvPr>
          <p:cNvSpPr/>
          <p:nvPr/>
        </p:nvSpPr>
        <p:spPr>
          <a:xfrm>
            <a:off x="0" y="6228522"/>
            <a:ext cx="2250141" cy="41081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331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01958-7F3C-5446-9E89-F3374180C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50C129-C51F-5F3B-CBB7-DCEF78CA39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240507" cy="6858000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CBC840A-F514-8666-C445-142B9B34307B}"/>
              </a:ext>
            </a:extLst>
          </p:cNvPr>
          <p:cNvSpPr/>
          <p:nvPr/>
        </p:nvSpPr>
        <p:spPr>
          <a:xfrm>
            <a:off x="0" y="6167718"/>
            <a:ext cx="2250141" cy="44823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696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BC943-FFF5-0CA4-0C84-1FB326016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AAB6D3-FCED-8655-43BE-9FDB3D5B2DD7}"/>
              </a:ext>
            </a:extLst>
          </p:cNvPr>
          <p:cNvSpPr/>
          <p:nvPr/>
        </p:nvSpPr>
        <p:spPr>
          <a:xfrm>
            <a:off x="0" y="6228522"/>
            <a:ext cx="2464904" cy="4108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D3BC342-607E-4E99-8C82-0C6D00B65E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240507" cy="6858000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BEF8EDB-FB11-F19F-B210-E90ACE30581D}"/>
              </a:ext>
            </a:extLst>
          </p:cNvPr>
          <p:cNvSpPr/>
          <p:nvPr/>
        </p:nvSpPr>
        <p:spPr>
          <a:xfrm>
            <a:off x="0" y="6228522"/>
            <a:ext cx="2464904" cy="47707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801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941F9-3A0C-EAF7-DCDC-EE989D81A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6FF9DB-6BBF-BE43-CC8E-C0EE1DA303E0}"/>
              </a:ext>
            </a:extLst>
          </p:cNvPr>
          <p:cNvSpPr/>
          <p:nvPr/>
        </p:nvSpPr>
        <p:spPr>
          <a:xfrm>
            <a:off x="0" y="6228522"/>
            <a:ext cx="2464904" cy="4108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68C8303-984D-3285-2A3F-BDD9BFFCA3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240507" cy="6858000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F39FA01-CEC1-2B1F-5977-F98ACEDF49B6}"/>
              </a:ext>
            </a:extLst>
          </p:cNvPr>
          <p:cNvSpPr/>
          <p:nvPr/>
        </p:nvSpPr>
        <p:spPr>
          <a:xfrm>
            <a:off x="0" y="6228522"/>
            <a:ext cx="2366682" cy="41081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75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7268A43-34CD-47D8-95A8-C6EBCCF4DFCF}"/>
              </a:ext>
            </a:extLst>
          </p:cNvPr>
          <p:cNvSpPr/>
          <p:nvPr/>
        </p:nvSpPr>
        <p:spPr>
          <a:xfrm>
            <a:off x="0" y="6228522"/>
            <a:ext cx="2464904" cy="4108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E81130A-D59B-40AB-BA7F-83962A4161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30823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EB1E8E6-1E9C-B910-88B5-643155A260CF}"/>
              </a:ext>
            </a:extLst>
          </p:cNvPr>
          <p:cNvSpPr/>
          <p:nvPr/>
        </p:nvSpPr>
        <p:spPr>
          <a:xfrm>
            <a:off x="0" y="6228522"/>
            <a:ext cx="2330824" cy="41081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722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FD64D-033A-09C6-3771-7D76CDA84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D0464211-73AE-C362-741C-D88DB29042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240507" cy="6858000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2A93416-6953-9A58-777F-4EB739546794}"/>
              </a:ext>
            </a:extLst>
          </p:cNvPr>
          <p:cNvSpPr/>
          <p:nvPr/>
        </p:nvSpPr>
        <p:spPr>
          <a:xfrm>
            <a:off x="0" y="6212541"/>
            <a:ext cx="2303929" cy="412377"/>
          </a:xfrm>
          <a:prstGeom prst="rect">
            <a:avLst/>
          </a:prstGeom>
          <a:solidFill>
            <a:srgbClr val="0085FE"/>
          </a:solidFill>
          <a:ln>
            <a:solidFill>
              <a:srgbClr val="0085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2983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0B55B-B4D6-212C-6908-950FFF70C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871" y="2367892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Arial Rounded MT Bold" panose="020F0704030504030204" pitchFamily="34" charset="77"/>
              </a:rPr>
              <a:t>Proposed Solution</a:t>
            </a:r>
            <a:br>
              <a:rPr lang="en-US" b="1" dirty="0">
                <a:latin typeface="Arial Rounded MT Bold" panose="020F0704030504030204" pitchFamily="34" charset="77"/>
              </a:rPr>
            </a:br>
            <a:r>
              <a:rPr lang="en-US" sz="3200" i="1" dirty="0">
                <a:latin typeface="Arial Rounded MT Bold" panose="020F0704030504030204" pitchFamily="34" charset="77"/>
              </a:rPr>
              <a:t>Web Development</a:t>
            </a:r>
            <a:endParaRPr lang="en-US" i="1" dirty="0">
              <a:latin typeface="Arial Rounded MT Bold" panose="020F0704030504030204" pitchFamily="34" charset="77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008C22-D3A8-CCBA-22B8-23BF7B7732B3}"/>
              </a:ext>
            </a:extLst>
          </p:cNvPr>
          <p:cNvSpPr/>
          <p:nvPr/>
        </p:nvSpPr>
        <p:spPr>
          <a:xfrm>
            <a:off x="3474018" y="3817424"/>
            <a:ext cx="5006594" cy="132522"/>
          </a:xfrm>
          <a:prstGeom prst="rect">
            <a:avLst/>
          </a:prstGeom>
          <a:solidFill>
            <a:srgbClr val="EF3E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9FB6AF-C99D-EE8C-EF20-25DB37486C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55590" y="489715"/>
            <a:ext cx="1462088" cy="233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3170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7B55B-DC21-B868-A845-4196E0DF4D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1800" dirty="0" err="1"/>
              <a:t>Kemajuan</a:t>
            </a:r>
            <a:r>
              <a:rPr lang="en-US" sz="1800" dirty="0"/>
              <a:t> </a:t>
            </a:r>
            <a:r>
              <a:rPr lang="en-US" sz="1800" b="1" dirty="0" err="1"/>
              <a:t>teknologi</a:t>
            </a:r>
            <a:r>
              <a:rPr lang="en-US" sz="1800" b="1" dirty="0"/>
              <a:t> informasi </a:t>
            </a:r>
            <a:r>
              <a:rPr lang="en-US" sz="1800" dirty="0" err="1"/>
              <a:t>sangatlah</a:t>
            </a:r>
            <a:r>
              <a:rPr lang="en-US" sz="1800" dirty="0"/>
              <a:t> </a:t>
            </a:r>
            <a:r>
              <a:rPr lang="en-US" sz="1800" dirty="0" err="1"/>
              <a:t>pesat</a:t>
            </a:r>
            <a:r>
              <a:rPr lang="en-US" sz="1800" dirty="0"/>
              <a:t>, </a:t>
            </a:r>
            <a:r>
              <a:rPr lang="en-US" sz="1800" dirty="0" err="1"/>
              <a:t>semakin</a:t>
            </a:r>
            <a:r>
              <a:rPr lang="en-US" sz="1800" dirty="0"/>
              <a:t> </a:t>
            </a:r>
            <a:r>
              <a:rPr lang="en-US" sz="1800" dirty="0" err="1"/>
              <a:t>banyaknya</a:t>
            </a:r>
            <a:r>
              <a:rPr lang="en-US" sz="1800" dirty="0"/>
              <a:t> situs-situs web di internet, </a:t>
            </a:r>
            <a:r>
              <a:rPr lang="en-US" sz="1800" dirty="0" err="1"/>
              <a:t>sebagai</a:t>
            </a:r>
            <a:r>
              <a:rPr lang="en-US" sz="1800" dirty="0"/>
              <a:t> </a:t>
            </a:r>
            <a:r>
              <a:rPr lang="en-US" sz="1800" dirty="0" err="1"/>
              <a:t>wadah</a:t>
            </a:r>
            <a:r>
              <a:rPr lang="en-US" sz="1800" dirty="0"/>
              <a:t> informasi </a:t>
            </a:r>
            <a:r>
              <a:rPr lang="en-US" sz="1800" dirty="0" err="1"/>
              <a:t>secara</a:t>
            </a:r>
            <a:r>
              <a:rPr lang="en-US" sz="1800" dirty="0"/>
              <a:t> global yang </a:t>
            </a:r>
            <a:r>
              <a:rPr lang="en-US" sz="1800" dirty="0" err="1"/>
              <a:t>tidak</a:t>
            </a:r>
            <a:r>
              <a:rPr lang="en-US" sz="1800" dirty="0"/>
              <a:t> </a:t>
            </a:r>
            <a:r>
              <a:rPr lang="en-US" sz="1800" dirty="0" err="1"/>
              <a:t>mengenal</a:t>
            </a:r>
            <a:r>
              <a:rPr lang="en-US" sz="1800" dirty="0"/>
              <a:t> </a:t>
            </a:r>
            <a:r>
              <a:rPr lang="en-US" sz="1800" dirty="0" err="1"/>
              <a:t>waktu</a:t>
            </a:r>
            <a:r>
              <a:rPr lang="en-US" sz="1800" dirty="0"/>
              <a:t> dan </a:t>
            </a:r>
            <a:r>
              <a:rPr lang="en-US" sz="1800" dirty="0" err="1"/>
              <a:t>tempat</a:t>
            </a:r>
            <a:r>
              <a:rPr lang="en-US" sz="1800" dirty="0"/>
              <a:t> </a:t>
            </a:r>
            <a:r>
              <a:rPr lang="en-US" sz="1800" dirty="0" err="1"/>
              <a:t>menjadi</a:t>
            </a:r>
            <a:r>
              <a:rPr lang="en-US" sz="1800" dirty="0"/>
              <a:t> </a:t>
            </a:r>
            <a:r>
              <a:rPr lang="en-US" sz="1800" dirty="0" err="1"/>
              <a:t>suatu</a:t>
            </a:r>
            <a:r>
              <a:rPr lang="en-US" sz="1800" dirty="0"/>
              <a:t> </a:t>
            </a:r>
            <a:r>
              <a:rPr lang="en-US" sz="1800" dirty="0" err="1"/>
              <a:t>hal</a:t>
            </a:r>
            <a:r>
              <a:rPr lang="en-US" sz="1800" dirty="0"/>
              <a:t> yang sangat </a:t>
            </a:r>
            <a:r>
              <a:rPr lang="en-US" sz="1800" dirty="0" err="1"/>
              <a:t>dibutuhkan</a:t>
            </a:r>
            <a:r>
              <a:rPr lang="en-US" sz="1800" dirty="0"/>
              <a:t> oleh </a:t>
            </a:r>
            <a:r>
              <a:rPr lang="en-US" sz="1800" dirty="0" err="1"/>
              <a:t>setiap</a:t>
            </a:r>
            <a:r>
              <a:rPr lang="en-US" sz="1800" dirty="0"/>
              <a:t> orang, </a:t>
            </a:r>
            <a:r>
              <a:rPr lang="en-US" sz="1800" dirty="0" err="1"/>
              <a:t>terlebih</a:t>
            </a:r>
            <a:r>
              <a:rPr lang="en-US" sz="1800" dirty="0"/>
              <a:t> </a:t>
            </a:r>
            <a:r>
              <a:rPr lang="en-US" sz="1800" dirty="0" err="1"/>
              <a:t>bagi</a:t>
            </a:r>
            <a:r>
              <a:rPr lang="en-US" sz="1800" dirty="0"/>
              <a:t> </a:t>
            </a:r>
            <a:r>
              <a:rPr lang="en-US" sz="1800" dirty="0" err="1"/>
              <a:t>mereka</a:t>
            </a:r>
            <a:r>
              <a:rPr lang="en-US" sz="1800" dirty="0"/>
              <a:t> yang sangat </a:t>
            </a:r>
            <a:r>
              <a:rPr lang="en-US" sz="1800" dirty="0" err="1"/>
              <a:t>butuh</a:t>
            </a:r>
            <a:r>
              <a:rPr lang="en-US" sz="1800" dirty="0"/>
              <a:t> </a:t>
            </a:r>
            <a:r>
              <a:rPr lang="en-US" sz="1800" dirty="0" err="1"/>
              <a:t>akan</a:t>
            </a:r>
            <a:r>
              <a:rPr lang="en-US" sz="1800" dirty="0"/>
              <a:t> informasi dan </a:t>
            </a:r>
            <a:r>
              <a:rPr lang="en-US" sz="1800" dirty="0" err="1"/>
              <a:t>kecepatan</a:t>
            </a:r>
            <a:r>
              <a:rPr lang="en-US" sz="1800" dirty="0"/>
              <a:t> </a:t>
            </a:r>
            <a:r>
              <a:rPr lang="en-US" sz="1800" dirty="0" err="1"/>
              <a:t>akses</a:t>
            </a:r>
            <a:r>
              <a:rPr lang="en-US" sz="1800" dirty="0"/>
              <a:t> informasi </a:t>
            </a:r>
            <a:r>
              <a:rPr lang="en-US" sz="1800" dirty="0" err="1"/>
              <a:t>dari</a:t>
            </a:r>
            <a:r>
              <a:rPr lang="en-US" sz="1800" dirty="0"/>
              <a:t> </a:t>
            </a:r>
            <a:r>
              <a:rPr lang="en-US" sz="1800" dirty="0" err="1"/>
              <a:t>seluruh</a:t>
            </a:r>
            <a:r>
              <a:rPr lang="en-US" sz="1800" dirty="0"/>
              <a:t> </a:t>
            </a:r>
            <a:r>
              <a:rPr lang="en-US" sz="1800" dirty="0" err="1"/>
              <a:t>penjuru</a:t>
            </a:r>
            <a:r>
              <a:rPr lang="en-US" sz="1800" dirty="0"/>
              <a:t> dunia. </a:t>
            </a:r>
          </a:p>
          <a:p>
            <a:pPr algn="just"/>
            <a:r>
              <a:rPr lang="en-US" sz="1800" dirty="0"/>
              <a:t>Pada zaman global ini, </a:t>
            </a:r>
            <a:r>
              <a:rPr lang="en-US" sz="1800" dirty="0" err="1"/>
              <a:t>sudah</a:t>
            </a:r>
            <a:r>
              <a:rPr lang="en-US" sz="1800" dirty="0"/>
              <a:t> </a:t>
            </a:r>
            <a:r>
              <a:rPr lang="en-US" sz="1800" dirty="0" err="1"/>
              <a:t>bukan</a:t>
            </a:r>
            <a:r>
              <a:rPr lang="en-US" sz="1800" dirty="0"/>
              <a:t> </a:t>
            </a:r>
            <a:r>
              <a:rPr lang="en-US" sz="1800" dirty="0" err="1"/>
              <a:t>rahasia</a:t>
            </a:r>
            <a:r>
              <a:rPr lang="en-US" sz="1800" dirty="0"/>
              <a:t> lagi </a:t>
            </a:r>
            <a:r>
              <a:rPr lang="en-US" sz="1800" dirty="0" err="1"/>
              <a:t>memiliki</a:t>
            </a:r>
            <a:r>
              <a:rPr lang="en-US" sz="1800" dirty="0"/>
              <a:t> </a:t>
            </a:r>
            <a:r>
              <a:rPr lang="en-US" sz="1800" b="1" dirty="0"/>
              <a:t>website</a:t>
            </a:r>
            <a:r>
              <a:rPr lang="en-US" sz="1800" dirty="0"/>
              <a:t> </a:t>
            </a:r>
            <a:r>
              <a:rPr lang="en-US" sz="1800" dirty="0" err="1"/>
              <a:t>merupakan</a:t>
            </a:r>
            <a:r>
              <a:rPr lang="en-US" sz="1800" dirty="0"/>
              <a:t> </a:t>
            </a:r>
            <a:r>
              <a:rPr lang="en-US" sz="1800" dirty="0" err="1"/>
              <a:t>simbol</a:t>
            </a:r>
            <a:r>
              <a:rPr lang="en-US" sz="1800" dirty="0"/>
              <a:t> </a:t>
            </a:r>
            <a:r>
              <a:rPr lang="en-US" sz="1800" dirty="0" err="1"/>
              <a:t>kedinamisan</a:t>
            </a:r>
            <a:r>
              <a:rPr lang="en-US" sz="1800" dirty="0"/>
              <a:t> dan </a:t>
            </a:r>
            <a:r>
              <a:rPr lang="en-US" sz="1800" dirty="0" err="1"/>
              <a:t>kemampuan</a:t>
            </a:r>
            <a:r>
              <a:rPr lang="en-US" sz="1800" dirty="0"/>
              <a:t> </a:t>
            </a:r>
            <a:r>
              <a:rPr lang="en-US" sz="1800" dirty="0" err="1"/>
              <a:t>suatu</a:t>
            </a:r>
            <a:r>
              <a:rPr lang="en-US" sz="1800" dirty="0"/>
              <a:t> </a:t>
            </a:r>
            <a:r>
              <a:rPr lang="en-US" sz="1800" dirty="0" err="1"/>
              <a:t>usaha</a:t>
            </a:r>
            <a:r>
              <a:rPr lang="en-US" sz="1800" dirty="0"/>
              <a:t>, </a:t>
            </a:r>
            <a:r>
              <a:rPr lang="en-US" sz="1800" dirty="0" err="1"/>
              <a:t>instansi</a:t>
            </a:r>
            <a:r>
              <a:rPr lang="en-US" sz="1800" dirty="0"/>
              <a:t> </a:t>
            </a:r>
            <a:r>
              <a:rPr lang="en-US" sz="1800" dirty="0" err="1"/>
              <a:t>ataupun</a:t>
            </a:r>
            <a:r>
              <a:rPr lang="en-US" sz="1800" dirty="0"/>
              <a:t> </a:t>
            </a:r>
            <a:r>
              <a:rPr lang="en-US" sz="1800" dirty="0" err="1"/>
              <a:t>lembaga</a:t>
            </a:r>
            <a:r>
              <a:rPr lang="en-US" sz="1800" dirty="0"/>
              <a:t>, </a:t>
            </a:r>
            <a:r>
              <a:rPr lang="en-US" sz="1800" dirty="0" err="1"/>
              <a:t>sekaligus</a:t>
            </a:r>
            <a:r>
              <a:rPr lang="en-US" sz="1800" dirty="0"/>
              <a:t> </a:t>
            </a:r>
            <a:r>
              <a:rPr lang="en-US" sz="1800" dirty="0" err="1"/>
              <a:t>langkah</a:t>
            </a:r>
            <a:r>
              <a:rPr lang="en-US" sz="1800" dirty="0"/>
              <a:t> </a:t>
            </a:r>
            <a:r>
              <a:rPr lang="en-US" sz="1800" dirty="0" err="1"/>
              <a:t>strategis</a:t>
            </a:r>
            <a:r>
              <a:rPr lang="en-US" sz="1800" dirty="0"/>
              <a:t> </a:t>
            </a:r>
            <a:r>
              <a:rPr lang="en-US" sz="1800" dirty="0" err="1"/>
              <a:t>dalam</a:t>
            </a:r>
            <a:r>
              <a:rPr lang="en-US" sz="1800" dirty="0"/>
              <a:t> </a:t>
            </a:r>
            <a:r>
              <a:rPr lang="en-US" sz="1800" dirty="0" err="1"/>
              <a:t>mempromosikan</a:t>
            </a:r>
            <a:r>
              <a:rPr lang="en-US" sz="1800" dirty="0"/>
              <a:t> </a:t>
            </a:r>
            <a:r>
              <a:rPr lang="en-US" sz="1800" dirty="0" err="1"/>
              <a:t>suatu</a:t>
            </a:r>
            <a:r>
              <a:rPr lang="en-US" sz="1800" dirty="0"/>
              <a:t> </a:t>
            </a:r>
            <a:r>
              <a:rPr lang="en-US" sz="1800" dirty="0" err="1"/>
              <a:t>usaha</a:t>
            </a:r>
            <a:r>
              <a:rPr lang="en-US" sz="1800" dirty="0"/>
              <a:t> dan </a:t>
            </a:r>
            <a:r>
              <a:rPr lang="en-US" sz="1800" dirty="0" err="1"/>
              <a:t>keberadaan</a:t>
            </a:r>
            <a:r>
              <a:rPr lang="en-US" sz="1800" dirty="0"/>
              <a:t> </a:t>
            </a:r>
            <a:r>
              <a:rPr lang="en-US" sz="1800" dirty="0" err="1"/>
              <a:t>suatu</a:t>
            </a:r>
            <a:r>
              <a:rPr lang="en-US" sz="1800" dirty="0"/>
              <a:t> </a:t>
            </a:r>
            <a:r>
              <a:rPr lang="en-US" sz="1800" dirty="0" err="1"/>
              <a:t>lembaga</a:t>
            </a:r>
            <a:r>
              <a:rPr lang="en-US" sz="1800" dirty="0"/>
              <a:t>.</a:t>
            </a:r>
          </a:p>
          <a:p>
            <a:pPr algn="just"/>
            <a:r>
              <a:rPr lang="en-US" sz="1800" dirty="0" err="1"/>
              <a:t>Selain</a:t>
            </a:r>
            <a:r>
              <a:rPr lang="en-US" sz="1800" dirty="0"/>
              <a:t> </a:t>
            </a:r>
            <a:r>
              <a:rPr lang="en-US" sz="1800" dirty="0" err="1"/>
              <a:t>itu</a:t>
            </a:r>
            <a:r>
              <a:rPr lang="en-US" sz="1800" dirty="0"/>
              <a:t>, kebutuhan </a:t>
            </a:r>
            <a:r>
              <a:rPr lang="en-US" sz="1800" dirty="0" err="1"/>
              <a:t>akan</a:t>
            </a:r>
            <a:r>
              <a:rPr lang="en-US" sz="1800" dirty="0"/>
              <a:t> </a:t>
            </a:r>
            <a:r>
              <a:rPr lang="en-US" sz="1800" b="1" dirty="0"/>
              <a:t>software</a:t>
            </a:r>
            <a:r>
              <a:rPr lang="en-US" sz="1800" dirty="0"/>
              <a:t> dan program </a:t>
            </a:r>
            <a:r>
              <a:rPr lang="en-US" sz="1800" b="1" dirty="0"/>
              <a:t>aplikasi</a:t>
            </a:r>
            <a:r>
              <a:rPr lang="en-US" sz="1800" dirty="0"/>
              <a:t> </a:t>
            </a:r>
            <a:r>
              <a:rPr lang="en-US" sz="1800" dirty="0" err="1"/>
              <a:t>berbasis</a:t>
            </a:r>
            <a:r>
              <a:rPr lang="en-US" sz="1800" dirty="0"/>
              <a:t> </a:t>
            </a:r>
            <a:r>
              <a:rPr lang="en-US" sz="1800" b="1" dirty="0"/>
              <a:t>website</a:t>
            </a:r>
            <a:r>
              <a:rPr lang="en-US" sz="1800" dirty="0"/>
              <a:t> atau </a:t>
            </a:r>
            <a:r>
              <a:rPr lang="en-US" sz="1800" b="1" dirty="0"/>
              <a:t>mobile</a:t>
            </a:r>
            <a:r>
              <a:rPr lang="en-US" sz="1800" dirty="0"/>
              <a:t> </a:t>
            </a:r>
            <a:r>
              <a:rPr lang="en-US" sz="1800" dirty="0" err="1"/>
              <a:t>sudah</a:t>
            </a:r>
            <a:r>
              <a:rPr lang="en-US" sz="1800" dirty="0"/>
              <a:t> </a:t>
            </a:r>
            <a:r>
              <a:rPr lang="en-US" sz="1800" dirty="0" err="1"/>
              <a:t>menjadi</a:t>
            </a:r>
            <a:r>
              <a:rPr lang="en-US" sz="1800" dirty="0"/>
              <a:t> kebutuhan </a:t>
            </a:r>
            <a:r>
              <a:rPr lang="en-US" sz="1800" dirty="0" err="1"/>
              <a:t>penting</a:t>
            </a:r>
            <a:r>
              <a:rPr lang="en-US" sz="1800" dirty="0"/>
              <a:t> </a:t>
            </a:r>
            <a:r>
              <a:rPr lang="en-US" sz="1800" dirty="0" err="1"/>
              <a:t>bagi</a:t>
            </a:r>
            <a:r>
              <a:rPr lang="en-US" sz="1800" dirty="0"/>
              <a:t> </a:t>
            </a:r>
            <a:r>
              <a:rPr lang="en-US" sz="1800" dirty="0" err="1"/>
              <a:t>sebuah</a:t>
            </a:r>
            <a:r>
              <a:rPr lang="en-US" sz="1800" dirty="0"/>
              <a:t> </a:t>
            </a:r>
            <a:r>
              <a:rPr lang="en-US" sz="1800" dirty="0" err="1"/>
              <a:t>perusahaan</a:t>
            </a:r>
            <a:r>
              <a:rPr lang="en-US" sz="1800" dirty="0"/>
              <a:t>, </a:t>
            </a:r>
            <a:r>
              <a:rPr lang="en-US" sz="1800" dirty="0" err="1"/>
              <a:t>dimana</a:t>
            </a:r>
            <a:r>
              <a:rPr lang="en-US" sz="1800" dirty="0"/>
              <a:t> proses </a:t>
            </a:r>
            <a:r>
              <a:rPr lang="en-US" sz="1800" dirty="0" err="1"/>
              <a:t>kerja</a:t>
            </a:r>
            <a:r>
              <a:rPr lang="en-US" sz="1800" dirty="0"/>
              <a:t> </a:t>
            </a:r>
            <a:r>
              <a:rPr lang="en-US" sz="1800" dirty="0" err="1"/>
              <a:t>perusahaan</a:t>
            </a:r>
            <a:r>
              <a:rPr lang="en-US" sz="1800" dirty="0"/>
              <a:t> </a:t>
            </a:r>
            <a:r>
              <a:rPr lang="en-US" sz="1800" dirty="0" err="1"/>
              <a:t>akan</a:t>
            </a:r>
            <a:r>
              <a:rPr lang="en-US" sz="1800" dirty="0"/>
              <a:t> </a:t>
            </a:r>
            <a:r>
              <a:rPr lang="en-US" sz="1800" dirty="0" err="1"/>
              <a:t>semakin</a:t>
            </a:r>
            <a:r>
              <a:rPr lang="en-US" sz="1800" dirty="0"/>
              <a:t> </a:t>
            </a:r>
            <a:r>
              <a:rPr lang="en-US" sz="1800" dirty="0" err="1"/>
              <a:t>terbantu</a:t>
            </a:r>
            <a:r>
              <a:rPr lang="en-US" sz="1800" dirty="0"/>
              <a:t> dan </a:t>
            </a:r>
            <a:r>
              <a:rPr lang="en-US" sz="1800" dirty="0" err="1"/>
              <a:t>lebih</a:t>
            </a:r>
            <a:r>
              <a:rPr lang="en-US" sz="1800" dirty="0"/>
              <a:t> </a:t>
            </a:r>
            <a:r>
              <a:rPr lang="en-US" sz="1800" dirty="0" err="1"/>
              <a:t>efektif</a:t>
            </a:r>
            <a:r>
              <a:rPr lang="en-US" sz="1800" dirty="0"/>
              <a:t> juga </a:t>
            </a:r>
            <a:r>
              <a:rPr lang="en-US" sz="1800" dirty="0" err="1"/>
              <a:t>efisien</a:t>
            </a:r>
            <a:r>
              <a:rPr lang="en-US" sz="1800" dirty="0"/>
              <a:t>. </a:t>
            </a:r>
          </a:p>
          <a:p>
            <a:pPr algn="just"/>
            <a:r>
              <a:rPr lang="en-US" sz="1800" dirty="0"/>
              <a:t>Melihat </a:t>
            </a:r>
            <a:r>
              <a:rPr lang="en-US" sz="1800" dirty="0" err="1"/>
              <a:t>hal</a:t>
            </a:r>
            <a:r>
              <a:rPr lang="en-US" sz="1800" dirty="0"/>
              <a:t> itu, </a:t>
            </a:r>
            <a:r>
              <a:rPr lang="en-US" sz="1800" b="1" dirty="0"/>
              <a:t>Four Vision Media </a:t>
            </a:r>
            <a:r>
              <a:rPr lang="en-US" sz="1800" dirty="0" err="1"/>
              <a:t>akan</a:t>
            </a:r>
            <a:r>
              <a:rPr lang="en-US" sz="1800" dirty="0"/>
              <a:t> </a:t>
            </a:r>
            <a:r>
              <a:rPr lang="en-US" sz="1800" dirty="0" err="1"/>
              <a:t>terus</a:t>
            </a:r>
            <a:r>
              <a:rPr lang="en-US" sz="1800" dirty="0"/>
              <a:t> </a:t>
            </a:r>
            <a:r>
              <a:rPr lang="en-US" sz="1800" dirty="0" err="1"/>
              <a:t>mencoba</a:t>
            </a:r>
            <a:r>
              <a:rPr lang="en-US" sz="1800" dirty="0"/>
              <a:t> </a:t>
            </a:r>
            <a:r>
              <a:rPr lang="en-US" sz="1800" dirty="0" err="1"/>
              <a:t>memberikan</a:t>
            </a:r>
            <a:r>
              <a:rPr lang="en-US" sz="1800" dirty="0"/>
              <a:t> </a:t>
            </a:r>
            <a:r>
              <a:rPr lang="en-US" sz="1800" dirty="0" err="1"/>
              <a:t>layanan</a:t>
            </a:r>
            <a:r>
              <a:rPr lang="en-US" sz="1800" dirty="0"/>
              <a:t> yang </a:t>
            </a:r>
            <a:r>
              <a:rPr lang="en-US" sz="1800" dirty="0" err="1"/>
              <a:t>bisa</a:t>
            </a:r>
            <a:r>
              <a:rPr lang="en-US" sz="1800" dirty="0"/>
              <a:t> </a:t>
            </a:r>
            <a:r>
              <a:rPr lang="en-US" sz="1800" dirty="0" err="1"/>
              <a:t>memenuhi</a:t>
            </a:r>
            <a:r>
              <a:rPr lang="en-US" sz="1800" dirty="0"/>
              <a:t> semua kebutuhan </a:t>
            </a:r>
            <a:r>
              <a:rPr lang="en-US" sz="1800" dirty="0" err="1"/>
              <a:t>perusahaan</a:t>
            </a:r>
            <a:r>
              <a:rPr lang="en-US" sz="1800" dirty="0"/>
              <a:t>, saat ini kami siap </a:t>
            </a:r>
            <a:r>
              <a:rPr lang="en-US" sz="1800" dirty="0" err="1"/>
              <a:t>melangkah</a:t>
            </a:r>
            <a:r>
              <a:rPr lang="en-US" sz="1800" dirty="0"/>
              <a:t> </a:t>
            </a:r>
            <a:r>
              <a:rPr lang="en-US" sz="1800" dirty="0" err="1"/>
              <a:t>lebih</a:t>
            </a:r>
            <a:r>
              <a:rPr lang="en-US" sz="1800" dirty="0"/>
              <a:t> </a:t>
            </a:r>
            <a:r>
              <a:rPr lang="en-US" sz="1800" dirty="0" err="1"/>
              <a:t>baik</a:t>
            </a:r>
            <a:r>
              <a:rPr lang="en-US" sz="1800" dirty="0"/>
              <a:t> lagi, </a:t>
            </a:r>
            <a:r>
              <a:rPr lang="en-US" sz="1800" dirty="0" err="1"/>
              <a:t>dengan</a:t>
            </a:r>
            <a:r>
              <a:rPr lang="en-US" sz="1800" dirty="0"/>
              <a:t> </a:t>
            </a:r>
            <a:r>
              <a:rPr lang="en-US" sz="1800" dirty="0" err="1"/>
              <a:t>optimisme</a:t>
            </a:r>
            <a:r>
              <a:rPr lang="en-US" sz="1800" dirty="0"/>
              <a:t> </a:t>
            </a:r>
            <a:r>
              <a:rPr lang="en-US" sz="1800" dirty="0" err="1"/>
              <a:t>tinggi</a:t>
            </a:r>
            <a:r>
              <a:rPr lang="en-US" sz="1800" dirty="0"/>
              <a:t> </a:t>
            </a:r>
            <a:r>
              <a:rPr lang="en-US" sz="1800" dirty="0" err="1"/>
              <a:t>disertai</a:t>
            </a:r>
            <a:r>
              <a:rPr lang="en-US" sz="1800" dirty="0"/>
              <a:t> </a:t>
            </a:r>
            <a:r>
              <a:rPr lang="en-US" sz="1800" dirty="0" err="1"/>
              <a:t>peningkatan</a:t>
            </a:r>
            <a:r>
              <a:rPr lang="en-US" sz="1800" dirty="0"/>
              <a:t> </a:t>
            </a:r>
            <a:r>
              <a:rPr lang="en-US" sz="1800" dirty="0" err="1"/>
              <a:t>kemampuan</a:t>
            </a:r>
            <a:r>
              <a:rPr lang="en-US" sz="1800" dirty="0"/>
              <a:t> </a:t>
            </a:r>
            <a:r>
              <a:rPr lang="en-US" sz="1800" dirty="0" err="1"/>
              <a:t>tim-tim</a:t>
            </a:r>
            <a:r>
              <a:rPr lang="en-US" sz="1800" dirty="0"/>
              <a:t> kami, kami siap </a:t>
            </a:r>
            <a:r>
              <a:rPr lang="en-US" sz="1800" dirty="0" err="1"/>
              <a:t>bekerja</a:t>
            </a:r>
            <a:r>
              <a:rPr lang="en-US" sz="1800" dirty="0"/>
              <a:t> </a:t>
            </a:r>
            <a:r>
              <a:rPr lang="en-US" sz="1800" dirty="0" err="1"/>
              <a:t>sama</a:t>
            </a:r>
            <a:r>
              <a:rPr lang="en-US" sz="1800" dirty="0"/>
              <a:t> </a:t>
            </a:r>
            <a:r>
              <a:rPr lang="en-US" sz="1800" dirty="0" err="1"/>
              <a:t>dengan</a:t>
            </a:r>
            <a:r>
              <a:rPr lang="en-US" sz="1800" dirty="0"/>
              <a:t> Anda </a:t>
            </a:r>
            <a:r>
              <a:rPr lang="en-US" sz="1800" dirty="0" err="1"/>
              <a:t>untuk</a:t>
            </a:r>
            <a:r>
              <a:rPr lang="en-US" sz="1800" dirty="0"/>
              <a:t> </a:t>
            </a:r>
            <a:r>
              <a:rPr lang="en-US" sz="1800" dirty="0" err="1"/>
              <a:t>memiliki</a:t>
            </a:r>
            <a:r>
              <a:rPr lang="en-US" sz="1800" dirty="0"/>
              <a:t> </a:t>
            </a:r>
            <a:r>
              <a:rPr lang="en-US" sz="1800" dirty="0" err="1"/>
              <a:t>sebuah</a:t>
            </a:r>
            <a:r>
              <a:rPr lang="en-US" sz="1800" dirty="0"/>
              <a:t> website yang </a:t>
            </a:r>
            <a:r>
              <a:rPr lang="en-US" sz="1800" dirty="0" err="1"/>
              <a:t>informatif</a:t>
            </a:r>
            <a:r>
              <a:rPr lang="en-US" sz="1800" dirty="0"/>
              <a:t>, </a:t>
            </a:r>
            <a:r>
              <a:rPr lang="en-US" sz="1800" dirty="0" err="1"/>
              <a:t>dinamis</a:t>
            </a:r>
            <a:r>
              <a:rPr lang="en-US" sz="1800" dirty="0"/>
              <a:t>, professional dan elegant.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89C78BD-934D-D159-A010-BC72226937CD}"/>
              </a:ext>
            </a:extLst>
          </p:cNvPr>
          <p:cNvSpPr txBox="1">
            <a:spLocks/>
          </p:cNvSpPr>
          <p:nvPr/>
        </p:nvSpPr>
        <p:spPr>
          <a:xfrm>
            <a:off x="1010478" y="19284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latin typeface="Arial Rounded MT Bold" panose="020F0704030504030204" pitchFamily="34" charset="77"/>
              </a:rPr>
              <a:t>Background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67A2D8-7B71-A469-E432-0BFAEB7E6A72}"/>
              </a:ext>
            </a:extLst>
          </p:cNvPr>
          <p:cNvSpPr/>
          <p:nvPr/>
        </p:nvSpPr>
        <p:spPr>
          <a:xfrm>
            <a:off x="1152939" y="1269759"/>
            <a:ext cx="3311485" cy="132522"/>
          </a:xfrm>
          <a:prstGeom prst="rect">
            <a:avLst/>
          </a:prstGeom>
          <a:solidFill>
            <a:srgbClr val="EF3E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B81FEDA-3186-956D-C528-CE9CA5D5D6F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5590" y="489715"/>
            <a:ext cx="1462088" cy="233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5987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BF98D-C353-05D1-C50C-08410AF67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C2DD0-0B5F-21E3-38A3-111236AF7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000" b="1" dirty="0"/>
              <a:t>Tujuan</a:t>
            </a:r>
            <a:endParaRPr lang="en-US" sz="1800" b="1" dirty="0"/>
          </a:p>
          <a:p>
            <a:pPr marL="0" indent="0" algn="just">
              <a:buNone/>
            </a:pPr>
            <a:endParaRPr lang="en-US" sz="1800" b="1" dirty="0"/>
          </a:p>
          <a:p>
            <a:pPr marL="457200" lvl="1" indent="0" algn="just">
              <a:buNone/>
            </a:pPr>
            <a:r>
              <a:rPr lang="id-ID" sz="1800" dirty="0"/>
              <a:t>Membangun sebuah </a:t>
            </a:r>
            <a:r>
              <a:rPr lang="id-ID" sz="1800" dirty="0" err="1"/>
              <a:t>website</a:t>
            </a:r>
            <a:r>
              <a:rPr lang="id-ID" sz="1800" dirty="0"/>
              <a:t> pribadi yang berfungsi sebagai arsip terbuka dan berkelanjutan atas tulisan, pemikiran, dan presentasi Widodo </a:t>
            </a:r>
            <a:r>
              <a:rPr lang="id-ID" sz="1800" dirty="0" err="1"/>
              <a:t>Setiadarmaji</a:t>
            </a:r>
            <a:r>
              <a:rPr lang="id-ID" sz="1800" dirty="0"/>
              <a:t> dalam bidang kebijakan industri, khususnya pertambangan dan baja. </a:t>
            </a:r>
            <a:r>
              <a:rPr lang="id-ID" sz="1800" dirty="0" err="1"/>
              <a:t>Website</a:t>
            </a:r>
            <a:r>
              <a:rPr lang="id-ID" sz="1800" dirty="0"/>
              <a:t> ini akan tampil dalam format institusional dan profesional, menyerupai situs organisasi internasional seperti World Steel </a:t>
            </a:r>
            <a:r>
              <a:rPr lang="id-ID" sz="1800" dirty="0" err="1"/>
              <a:t>Association</a:t>
            </a:r>
            <a:r>
              <a:rPr lang="id-ID" sz="1800" dirty="0"/>
              <a:t> (WSA), namun dengan fungsi yang lebih sederhana: mempublikasikan dan menata artikel secara visual rapi tanpa fitur interaktif.</a:t>
            </a:r>
            <a:endParaRPr lang="en-US" sz="1800" dirty="0"/>
          </a:p>
          <a:p>
            <a:pPr marL="457200" lvl="1" indent="0" algn="just">
              <a:buNone/>
            </a:pPr>
            <a:endParaRPr lang="en-US" sz="1600" dirty="0"/>
          </a:p>
          <a:p>
            <a:pPr algn="just"/>
            <a:endParaRPr lang="en-US" sz="20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A90E97A-508C-4771-5DBE-B52A5C4F62E4}"/>
              </a:ext>
            </a:extLst>
          </p:cNvPr>
          <p:cNvSpPr txBox="1">
            <a:spLocks/>
          </p:cNvSpPr>
          <p:nvPr/>
        </p:nvSpPr>
        <p:spPr>
          <a:xfrm>
            <a:off x="1010478" y="19284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latin typeface="Arial Rounded MT Bold" panose="020F0704030504030204" pitchFamily="34" charset="77"/>
              </a:rPr>
              <a:t>Background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F1FB22-B099-857E-BC16-BE7644D94F4B}"/>
              </a:ext>
            </a:extLst>
          </p:cNvPr>
          <p:cNvSpPr/>
          <p:nvPr/>
        </p:nvSpPr>
        <p:spPr>
          <a:xfrm>
            <a:off x="1152939" y="1269759"/>
            <a:ext cx="3311485" cy="132522"/>
          </a:xfrm>
          <a:prstGeom prst="rect">
            <a:avLst/>
          </a:prstGeom>
          <a:solidFill>
            <a:srgbClr val="EF3E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CB8CDA7-843B-00B9-393C-FBE6140E383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5590" y="489715"/>
            <a:ext cx="1462088" cy="233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3640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A582F-F3A3-2149-54CB-FE2EB11A3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DAD15-E2CB-E16C-4903-A850E0931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000" b="1" dirty="0" err="1"/>
              <a:t>Struktur</a:t>
            </a:r>
            <a:r>
              <a:rPr lang="en-US" sz="2000" b="1" dirty="0"/>
              <a:t> Menu </a:t>
            </a:r>
            <a:r>
              <a:rPr lang="en-US" sz="2000" b="1" dirty="0" err="1"/>
              <a:t>Navigasi</a:t>
            </a:r>
            <a:endParaRPr lang="en-US" sz="2000" b="1" dirty="0"/>
          </a:p>
          <a:p>
            <a:pPr marL="0" indent="0" algn="just">
              <a:buNone/>
            </a:pPr>
            <a:endParaRPr lang="en-US" sz="1800" dirty="0"/>
          </a:p>
          <a:p>
            <a:pPr lvl="1" algn="just"/>
            <a:r>
              <a:rPr lang="id-ID" sz="1800" dirty="0"/>
              <a:t>Beranda: Hero + 9 artikel terbaru</a:t>
            </a:r>
            <a:endParaRPr lang="en-US" sz="1800" dirty="0"/>
          </a:p>
          <a:p>
            <a:pPr lvl="1" algn="just"/>
            <a:r>
              <a:rPr lang="id-ID" sz="1800" dirty="0"/>
              <a:t>Tentang:</a:t>
            </a:r>
            <a:r>
              <a:rPr lang="en-US" sz="1800" dirty="0"/>
              <a:t> </a:t>
            </a:r>
          </a:p>
          <a:p>
            <a:pPr lvl="2" algn="just">
              <a:buFont typeface="Courier New" panose="02070309020205020404" pitchFamily="49" charset="0"/>
              <a:buChar char="o"/>
            </a:pPr>
            <a:r>
              <a:rPr lang="id-ID" sz="1800" b="1" dirty="0"/>
              <a:t>Tentang Saya</a:t>
            </a:r>
            <a:r>
              <a:rPr lang="id-ID" sz="1800" dirty="0"/>
              <a:t>: Profil lengkap Widodo </a:t>
            </a:r>
            <a:r>
              <a:rPr lang="id-ID" sz="1800" dirty="0" err="1"/>
              <a:t>Setiadarmaji</a:t>
            </a:r>
            <a:r>
              <a:rPr lang="id-ID" sz="1800" dirty="0"/>
              <a:t> (dapat mencakup riwayat karier, keahlian utama, pengalaman profesional, dan keterlibatan dalam isu strategis industri)</a:t>
            </a:r>
            <a:endParaRPr lang="en-US" sz="1800" dirty="0"/>
          </a:p>
          <a:p>
            <a:pPr lvl="2" algn="just">
              <a:buFont typeface="Courier New" panose="02070309020205020404" pitchFamily="49" charset="0"/>
              <a:buChar char="o"/>
            </a:pPr>
            <a:r>
              <a:rPr lang="id-ID" sz="1800" b="1" dirty="0"/>
              <a:t>Tentang </a:t>
            </a:r>
            <a:r>
              <a:rPr lang="id-ID" sz="1800" b="1" dirty="0" err="1"/>
              <a:t>Think</a:t>
            </a:r>
            <a:r>
              <a:rPr lang="id-ID" sz="1800" b="1" dirty="0"/>
              <a:t> </a:t>
            </a:r>
            <a:r>
              <a:rPr lang="id-ID" sz="1800" b="1" dirty="0" err="1"/>
              <a:t>for</a:t>
            </a:r>
            <a:r>
              <a:rPr lang="id-ID" sz="1800" b="1" dirty="0"/>
              <a:t> Mining </a:t>
            </a:r>
            <a:r>
              <a:rPr lang="id-ID" sz="1800" b="1" dirty="0" err="1"/>
              <a:t>and</a:t>
            </a:r>
            <a:r>
              <a:rPr lang="id-ID" sz="1800" b="1" dirty="0"/>
              <a:t> Steel </a:t>
            </a:r>
            <a:r>
              <a:rPr lang="id-ID" sz="1800" b="1" dirty="0" err="1"/>
              <a:t>Policies</a:t>
            </a:r>
            <a:r>
              <a:rPr lang="id-ID" sz="1800" dirty="0"/>
              <a:t>: Penjelasan mengenai misi, latar belakang pendirian, dan arah pemikiran situs ini sebagai media kontribusi pemikiran kebijakan sektor strategis</a:t>
            </a:r>
            <a:endParaRPr lang="en-US" sz="1800" dirty="0"/>
          </a:p>
          <a:p>
            <a:pPr lvl="2" algn="just">
              <a:buFont typeface="Courier New" panose="02070309020205020404" pitchFamily="49" charset="0"/>
              <a:buChar char="o"/>
            </a:pPr>
            <a:r>
              <a:rPr lang="id-ID" sz="1800" b="1" dirty="0"/>
              <a:t>Tulisan</a:t>
            </a:r>
            <a:r>
              <a:rPr lang="id-ID" sz="1800" dirty="0"/>
              <a:t>: Halaman indeks semua artikel </a:t>
            </a:r>
            <a:endParaRPr lang="en-US" sz="1800" dirty="0"/>
          </a:p>
          <a:p>
            <a:pPr lvl="2" algn="just">
              <a:buFont typeface="Courier New" panose="02070309020205020404" pitchFamily="49" charset="0"/>
              <a:buChar char="o"/>
            </a:pPr>
            <a:r>
              <a:rPr lang="id-ID" sz="1800" b="1" dirty="0"/>
              <a:t>Kontak</a:t>
            </a:r>
            <a:r>
              <a:rPr lang="id-ID" sz="1800" dirty="0"/>
              <a:t>: Email atau formulir sederhana (non-interaktif)</a:t>
            </a:r>
            <a:endParaRPr lang="en-US" sz="1800" dirty="0"/>
          </a:p>
          <a:p>
            <a:pPr marL="457200" lvl="1" indent="0" algn="just">
              <a:buNone/>
            </a:pPr>
            <a:endParaRPr lang="en-US" sz="1600" dirty="0"/>
          </a:p>
          <a:p>
            <a:pPr algn="just"/>
            <a:endParaRPr lang="en-US" sz="20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324AECB-ED32-127D-3110-FF2B5A76F486}"/>
              </a:ext>
            </a:extLst>
          </p:cNvPr>
          <p:cNvSpPr txBox="1">
            <a:spLocks/>
          </p:cNvSpPr>
          <p:nvPr/>
        </p:nvSpPr>
        <p:spPr>
          <a:xfrm>
            <a:off x="1010478" y="19284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latin typeface="Arial Rounded MT Bold" panose="020F0704030504030204" pitchFamily="34" charset="77"/>
              </a:rPr>
              <a:t>Background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87AF6F-903D-0640-2D7F-775FA4B07AF6}"/>
              </a:ext>
            </a:extLst>
          </p:cNvPr>
          <p:cNvSpPr/>
          <p:nvPr/>
        </p:nvSpPr>
        <p:spPr>
          <a:xfrm>
            <a:off x="1152939" y="1269759"/>
            <a:ext cx="3311485" cy="132522"/>
          </a:xfrm>
          <a:prstGeom prst="rect">
            <a:avLst/>
          </a:prstGeom>
          <a:solidFill>
            <a:srgbClr val="EF3E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27598EC-E73C-80F4-760D-8DB13D1A70A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5590" y="489715"/>
            <a:ext cx="1462088" cy="233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9081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A568C-6648-853D-B6A6-02EAAFA66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52E2EED-C1B3-BB81-1DE5-9483575829BA}"/>
              </a:ext>
            </a:extLst>
          </p:cNvPr>
          <p:cNvSpPr txBox="1">
            <a:spLocks/>
          </p:cNvSpPr>
          <p:nvPr/>
        </p:nvSpPr>
        <p:spPr>
          <a:xfrm>
            <a:off x="1010478" y="19284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latin typeface="Arial Rounded MT Bold" panose="020F0704030504030204" pitchFamily="34" charset="77"/>
              </a:rPr>
              <a:t>Layout - Home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A9845C-F7C7-75CE-AE0F-8C9FDC3A8734}"/>
              </a:ext>
            </a:extLst>
          </p:cNvPr>
          <p:cNvSpPr/>
          <p:nvPr/>
        </p:nvSpPr>
        <p:spPr>
          <a:xfrm>
            <a:off x="1152939" y="1269759"/>
            <a:ext cx="3857973" cy="132522"/>
          </a:xfrm>
          <a:prstGeom prst="rect">
            <a:avLst/>
          </a:prstGeom>
          <a:solidFill>
            <a:srgbClr val="EF3E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4734A4B-31CB-DE45-BAEC-8E9B53E04F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5590" y="489715"/>
            <a:ext cx="1462088" cy="233934"/>
          </a:xfrm>
          <a:prstGeom prst="rect">
            <a:avLst/>
          </a:prstGeom>
        </p:spPr>
      </p:pic>
      <p:pic>
        <p:nvPicPr>
          <p:cNvPr id="5" name="Content Placeholder 18">
            <a:extLst>
              <a:ext uri="{FF2B5EF4-FFF2-40B4-BE49-F238E27FC236}">
                <a16:creationId xmlns:a16="http://schemas.microsoft.com/office/drawing/2014/main" id="{4E6BE3F4-A5CE-19EA-8DCD-A74A045280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492040" y="1825625"/>
            <a:ext cx="3207920" cy="4351338"/>
          </a:xfrm>
        </p:spPr>
      </p:pic>
    </p:spTree>
    <p:extLst>
      <p:ext uri="{BB962C8B-B14F-4D97-AF65-F5344CB8AC3E}">
        <p14:creationId xmlns:p14="http://schemas.microsoft.com/office/powerpoint/2010/main" val="12381382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BB17AA83-1FFF-2563-0185-28CF6A44EC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7019202"/>
              </p:ext>
            </p:extLst>
          </p:nvPr>
        </p:nvGraphicFramePr>
        <p:xfrm>
          <a:off x="1152939" y="1838877"/>
          <a:ext cx="4078357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FC971334-A895-CE33-0778-9D81B8C7243D}"/>
              </a:ext>
            </a:extLst>
          </p:cNvPr>
          <p:cNvSpPr txBox="1">
            <a:spLocks/>
          </p:cNvSpPr>
          <p:nvPr/>
        </p:nvSpPr>
        <p:spPr>
          <a:xfrm>
            <a:off x="1010478" y="19284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latin typeface="Arial Rounded MT Bold" panose="020F0704030504030204" pitchFamily="34" charset="77"/>
              </a:rPr>
              <a:t>Technology Solution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4F0D4A-4F0B-76D3-3AC4-D116668436CB}"/>
              </a:ext>
            </a:extLst>
          </p:cNvPr>
          <p:cNvSpPr/>
          <p:nvPr/>
        </p:nvSpPr>
        <p:spPr>
          <a:xfrm>
            <a:off x="1152939" y="1269759"/>
            <a:ext cx="5516802" cy="148224"/>
          </a:xfrm>
          <a:prstGeom prst="rect">
            <a:avLst/>
          </a:prstGeom>
          <a:solidFill>
            <a:srgbClr val="EF3E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3B9E74-7D0F-CECB-6307-C74FDB728B4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5590" y="489715"/>
            <a:ext cx="1462088" cy="233934"/>
          </a:xfrm>
          <a:prstGeom prst="rect">
            <a:avLst/>
          </a:prstGeom>
        </p:spPr>
      </p:pic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14D8E351-7362-045C-ED50-E68271364C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83749591"/>
              </p:ext>
            </p:extLst>
          </p:nvPr>
        </p:nvGraphicFramePr>
        <p:xfrm>
          <a:off x="5850834" y="1838877"/>
          <a:ext cx="4078357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34661334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C971334-A895-CE33-0778-9D81B8C7243D}"/>
              </a:ext>
            </a:extLst>
          </p:cNvPr>
          <p:cNvSpPr txBox="1">
            <a:spLocks/>
          </p:cNvSpPr>
          <p:nvPr/>
        </p:nvSpPr>
        <p:spPr>
          <a:xfrm>
            <a:off x="1010478" y="19284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latin typeface="Arial Rounded MT Bold" panose="020F0704030504030204" pitchFamily="34" charset="77"/>
              </a:rPr>
              <a:t>Security System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4F0D4A-4F0B-76D3-3AC4-D116668436CB}"/>
              </a:ext>
            </a:extLst>
          </p:cNvPr>
          <p:cNvSpPr/>
          <p:nvPr/>
        </p:nvSpPr>
        <p:spPr>
          <a:xfrm>
            <a:off x="1152939" y="1272209"/>
            <a:ext cx="4450002" cy="145774"/>
          </a:xfrm>
          <a:prstGeom prst="rect">
            <a:avLst/>
          </a:prstGeom>
          <a:solidFill>
            <a:srgbClr val="EF3E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3B9E74-7D0F-CECB-6307-C74FDB728B4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5590" y="489715"/>
            <a:ext cx="1462088" cy="23393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A036A-CE29-0308-263A-3A63E8D7BA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2939" y="1504888"/>
            <a:ext cx="10515600" cy="880503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 err="1"/>
              <a:t>Sistem</a:t>
            </a:r>
            <a:r>
              <a:rPr lang="en-US" sz="1600" dirty="0"/>
              <a:t> security yang </a:t>
            </a:r>
            <a:r>
              <a:rPr lang="en-US" sz="1600" dirty="0" err="1"/>
              <a:t>telah</a:t>
            </a:r>
            <a:r>
              <a:rPr lang="en-US" sz="1600" dirty="0"/>
              <a:t> kami </a:t>
            </a:r>
            <a:r>
              <a:rPr lang="en-US" sz="1600" dirty="0" err="1"/>
              <a:t>terapkan</a:t>
            </a:r>
            <a:r>
              <a:rPr lang="en-US" sz="1600" dirty="0"/>
              <a:t> </a:t>
            </a:r>
            <a:r>
              <a:rPr lang="en-US" sz="1600" dirty="0" err="1"/>
              <a:t>mengacu</a:t>
            </a:r>
            <a:r>
              <a:rPr lang="en-US" sz="1600" dirty="0"/>
              <a:t> </a:t>
            </a:r>
            <a:r>
              <a:rPr lang="en-US" sz="1600" dirty="0" err="1"/>
              <a:t>kepada</a:t>
            </a:r>
            <a:r>
              <a:rPr lang="en-US" sz="1600" dirty="0"/>
              <a:t> standard </a:t>
            </a:r>
            <a:r>
              <a:rPr lang="en-US" sz="1600" dirty="0" err="1"/>
              <a:t>keamanan</a:t>
            </a:r>
            <a:r>
              <a:rPr lang="en-US" sz="1600" dirty="0"/>
              <a:t> </a:t>
            </a:r>
            <a:r>
              <a:rPr lang="en-US" sz="1600" dirty="0" err="1"/>
              <a:t>pemograman</a:t>
            </a:r>
            <a:r>
              <a:rPr lang="en-US" sz="1600" dirty="0"/>
              <a:t> website yang </a:t>
            </a:r>
            <a:r>
              <a:rPr lang="en-US" sz="1600" dirty="0" err="1"/>
              <a:t>dikeluarkan</a:t>
            </a:r>
            <a:r>
              <a:rPr lang="en-US" sz="1600" dirty="0"/>
              <a:t> oleh Open Web Application Security Project (OWASP).</a:t>
            </a:r>
            <a:r>
              <a:rPr lang="en-ID" sz="1600" dirty="0"/>
              <a:t> </a:t>
            </a:r>
            <a:r>
              <a:rPr lang="en-US" sz="1600" dirty="0"/>
              <a:t>Standard </a:t>
            </a:r>
            <a:r>
              <a:rPr lang="en-US" sz="1600" dirty="0" err="1"/>
              <a:t>Keamanan</a:t>
            </a:r>
            <a:r>
              <a:rPr lang="en-US" sz="1600" dirty="0"/>
              <a:t> </a:t>
            </a:r>
            <a:r>
              <a:rPr lang="en-US" sz="1600" dirty="0" err="1"/>
              <a:t>Meliputi</a:t>
            </a:r>
            <a:r>
              <a:rPr lang="en-US" sz="1600" dirty="0"/>
              <a:t> :</a:t>
            </a:r>
          </a:p>
        </p:txBody>
      </p:sp>
      <p:graphicFrame>
        <p:nvGraphicFramePr>
          <p:cNvPr id="9" name="TextBox 6">
            <a:extLst>
              <a:ext uri="{FF2B5EF4-FFF2-40B4-BE49-F238E27FC236}">
                <a16:creationId xmlns:a16="http://schemas.microsoft.com/office/drawing/2014/main" id="{44A84222-AE2C-13F8-767C-CF3729B84642}"/>
              </a:ext>
            </a:extLst>
          </p:cNvPr>
          <p:cNvGraphicFramePr/>
          <p:nvPr/>
        </p:nvGraphicFramePr>
        <p:xfrm>
          <a:off x="1152939" y="2299649"/>
          <a:ext cx="5583067" cy="36933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246760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4A4BB-7F62-4C59-2392-F966A296F2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GB" sz="2400" b="1" dirty="0"/>
              <a:t>Framework Laravel</a:t>
            </a:r>
            <a:endParaRPr lang="en-ID" sz="2400" dirty="0"/>
          </a:p>
          <a:p>
            <a:pPr marL="0" indent="0" algn="just">
              <a:buNone/>
            </a:pPr>
            <a:r>
              <a:rPr lang="en-GB" sz="2000" dirty="0" err="1"/>
              <a:t>Merupakan</a:t>
            </a:r>
            <a:r>
              <a:rPr lang="en-GB" sz="2000" dirty="0"/>
              <a:t> </a:t>
            </a:r>
            <a:r>
              <a:rPr lang="en-GB" sz="2000" dirty="0" err="1"/>
              <a:t>kerangka</a:t>
            </a:r>
            <a:r>
              <a:rPr lang="en-GB" sz="2000" dirty="0"/>
              <a:t> </a:t>
            </a:r>
            <a:r>
              <a:rPr lang="en-GB" sz="2000" dirty="0" err="1"/>
              <a:t>kerja</a:t>
            </a:r>
            <a:r>
              <a:rPr lang="en-GB" sz="2000" dirty="0"/>
              <a:t> </a:t>
            </a:r>
            <a:r>
              <a:rPr lang="en-GB" sz="2000" dirty="0" err="1"/>
              <a:t>aplikasi</a:t>
            </a:r>
            <a:r>
              <a:rPr lang="en-GB" sz="2000" dirty="0"/>
              <a:t> web </a:t>
            </a:r>
            <a:r>
              <a:rPr lang="en-GB" sz="2000" dirty="0" err="1"/>
              <a:t>berbasis</a:t>
            </a:r>
            <a:r>
              <a:rPr lang="en-GB" sz="2000" dirty="0"/>
              <a:t> PHP yang open source, </a:t>
            </a:r>
            <a:r>
              <a:rPr lang="en-GB" sz="2000" dirty="0" err="1"/>
              <a:t>menggunakan</a:t>
            </a:r>
            <a:r>
              <a:rPr lang="en-GB" sz="2000" dirty="0"/>
              <a:t> </a:t>
            </a:r>
            <a:r>
              <a:rPr lang="en-GB" sz="2000" dirty="0" err="1"/>
              <a:t>konsep</a:t>
            </a:r>
            <a:r>
              <a:rPr lang="en-GB" sz="2000" dirty="0"/>
              <a:t> </a:t>
            </a:r>
            <a:r>
              <a:rPr lang="en-GB" sz="2000" b="1" dirty="0"/>
              <a:t>model–view–controller </a:t>
            </a:r>
            <a:r>
              <a:rPr lang="en-GB" sz="2000" dirty="0"/>
              <a:t>(MVC), yang </a:t>
            </a:r>
            <a:r>
              <a:rPr lang="en-GB" sz="2000" dirty="0" err="1"/>
              <a:t>dapat</a:t>
            </a:r>
            <a:r>
              <a:rPr lang="en-GB" sz="2000" dirty="0"/>
              <a:t> </a:t>
            </a:r>
            <a:r>
              <a:rPr lang="en-GB" sz="2000" dirty="0" err="1"/>
              <a:t>membantu</a:t>
            </a:r>
            <a:r>
              <a:rPr lang="en-GB" sz="2000" dirty="0"/>
              <a:t> </a:t>
            </a:r>
            <a:r>
              <a:rPr lang="en-GB" sz="2000" dirty="0" err="1"/>
              <a:t>untuk</a:t>
            </a:r>
            <a:r>
              <a:rPr lang="en-GB" sz="2000" dirty="0"/>
              <a:t> </a:t>
            </a:r>
            <a:r>
              <a:rPr lang="en-GB" sz="2000" dirty="0" err="1"/>
              <a:t>merancang</a:t>
            </a:r>
            <a:r>
              <a:rPr lang="en-GB" sz="2000" dirty="0"/>
              <a:t> </a:t>
            </a:r>
            <a:r>
              <a:rPr lang="en-GB" sz="2000" dirty="0" err="1"/>
              <a:t>aplikasi</a:t>
            </a:r>
            <a:r>
              <a:rPr lang="en-GB" sz="2000" dirty="0"/>
              <a:t> web </a:t>
            </a:r>
            <a:r>
              <a:rPr lang="en-GB" sz="2000" dirty="0" err="1"/>
              <a:t>khusus</a:t>
            </a:r>
            <a:r>
              <a:rPr lang="en-GB" sz="2000" dirty="0"/>
              <a:t> </a:t>
            </a:r>
            <a:r>
              <a:rPr lang="en-GB" sz="2000" dirty="0" err="1"/>
              <a:t>dengan</a:t>
            </a:r>
            <a:r>
              <a:rPr lang="en-GB" sz="2000" dirty="0"/>
              <a:t> </a:t>
            </a:r>
            <a:r>
              <a:rPr lang="en-GB" sz="2000" dirty="0" err="1"/>
              <a:t>cepat</a:t>
            </a:r>
            <a:r>
              <a:rPr lang="en-GB" sz="2000" dirty="0"/>
              <a:t> dan </a:t>
            </a:r>
            <a:r>
              <a:rPr lang="en-GB" sz="2000" dirty="0" err="1"/>
              <a:t>mudah</a:t>
            </a:r>
            <a:r>
              <a:rPr lang="en-GB" sz="2000" dirty="0"/>
              <a:t> </a:t>
            </a:r>
            <a:r>
              <a:rPr lang="en-GB" sz="2000" dirty="0" err="1"/>
              <a:t>menggunakan</a:t>
            </a:r>
            <a:r>
              <a:rPr lang="en-GB" sz="2000" dirty="0"/>
              <a:t> </a:t>
            </a:r>
            <a:r>
              <a:rPr lang="en-GB" sz="2000" dirty="0" err="1"/>
              <a:t>sintaksis</a:t>
            </a:r>
            <a:r>
              <a:rPr lang="en-GB" sz="2000" dirty="0"/>
              <a:t> </a:t>
            </a:r>
            <a:r>
              <a:rPr lang="en-GB" sz="2000" dirty="0" err="1"/>
              <a:t>ekspresif</a:t>
            </a:r>
            <a:r>
              <a:rPr lang="en-GB" sz="2000" dirty="0"/>
              <a:t> yang </a:t>
            </a:r>
            <a:r>
              <a:rPr lang="en-GB" sz="2000" dirty="0" err="1"/>
              <a:t>sederhana</a:t>
            </a:r>
            <a:r>
              <a:rPr lang="en-GB" sz="2000" dirty="0"/>
              <a:t>.</a:t>
            </a:r>
          </a:p>
          <a:p>
            <a:pPr marL="0" indent="0" algn="just">
              <a:buNone/>
            </a:pPr>
            <a:r>
              <a:rPr lang="en-GB" sz="2000" dirty="0" err="1"/>
              <a:t>Secara</a:t>
            </a:r>
            <a:r>
              <a:rPr lang="en-GB" sz="2000" dirty="0"/>
              <a:t> </a:t>
            </a:r>
            <a:r>
              <a:rPr lang="en-GB" sz="2000" dirty="0" err="1"/>
              <a:t>teknis</a:t>
            </a:r>
            <a:r>
              <a:rPr lang="en-GB" sz="2000" dirty="0"/>
              <a:t>, </a:t>
            </a:r>
            <a:r>
              <a:rPr lang="en-GB" sz="2000" dirty="0" err="1"/>
              <a:t>adapun</a:t>
            </a:r>
            <a:r>
              <a:rPr lang="en-GB" sz="2000" dirty="0"/>
              <a:t> </a:t>
            </a:r>
            <a:r>
              <a:rPr lang="en-GB" sz="2000" dirty="0" err="1"/>
              <a:t>kelebihan</a:t>
            </a:r>
            <a:r>
              <a:rPr lang="en-GB" sz="2000" dirty="0"/>
              <a:t> </a:t>
            </a:r>
            <a:r>
              <a:rPr lang="en-GB" sz="2000" dirty="0" err="1"/>
              <a:t>menggunakan</a:t>
            </a:r>
            <a:r>
              <a:rPr lang="en-GB" sz="2000" dirty="0"/>
              <a:t> </a:t>
            </a:r>
            <a:r>
              <a:rPr lang="en-GB" sz="2000" b="1" dirty="0"/>
              <a:t>Framework</a:t>
            </a:r>
            <a:r>
              <a:rPr lang="en-GB" sz="2000" dirty="0"/>
              <a:t> (Laravel </a:t>
            </a:r>
            <a:r>
              <a:rPr lang="en-GB" sz="2000" dirty="0" err="1"/>
              <a:t>maupun</a:t>
            </a:r>
            <a:r>
              <a:rPr lang="en-GB" sz="2000" dirty="0"/>
              <a:t> CodeIgniter) </a:t>
            </a:r>
            <a:r>
              <a:rPr lang="en-GB" sz="2000" dirty="0" err="1"/>
              <a:t>adalah</a:t>
            </a:r>
            <a:r>
              <a:rPr lang="en-GB" sz="2000" dirty="0"/>
              <a:t> </a:t>
            </a:r>
            <a:r>
              <a:rPr lang="en-GB" sz="2000" dirty="0" err="1"/>
              <a:t>dapat</a:t>
            </a:r>
            <a:r>
              <a:rPr lang="en-GB" sz="2000" dirty="0"/>
              <a:t> </a:t>
            </a:r>
            <a:r>
              <a:rPr lang="en-GB" sz="2000" dirty="0" err="1"/>
              <a:t>membantu</a:t>
            </a:r>
            <a:r>
              <a:rPr lang="en-GB" sz="2000" dirty="0"/>
              <a:t> developer </a:t>
            </a:r>
            <a:r>
              <a:rPr lang="en-GB" sz="2000" dirty="0" err="1"/>
              <a:t>untuk</a:t>
            </a:r>
            <a:r>
              <a:rPr lang="en-GB" sz="2000" dirty="0"/>
              <a:t> </a:t>
            </a:r>
            <a:r>
              <a:rPr lang="en-GB" sz="2000" dirty="0" err="1"/>
              <a:t>membangun</a:t>
            </a:r>
            <a:r>
              <a:rPr lang="en-GB" sz="2000" dirty="0"/>
              <a:t> website / web </a:t>
            </a:r>
            <a:r>
              <a:rPr lang="en-GB" sz="2000" dirty="0" err="1"/>
              <a:t>aplikasi</a:t>
            </a:r>
            <a:r>
              <a:rPr lang="en-GB" sz="2000" dirty="0"/>
              <a:t> </a:t>
            </a:r>
            <a:r>
              <a:rPr lang="en-GB" sz="2000" dirty="0" err="1"/>
              <a:t>dengan</a:t>
            </a:r>
            <a:r>
              <a:rPr lang="en-GB" sz="2000" dirty="0"/>
              <a:t> </a:t>
            </a:r>
            <a:r>
              <a:rPr lang="en-GB" sz="2000" dirty="0" err="1"/>
              <a:t>cepat</a:t>
            </a:r>
            <a:r>
              <a:rPr lang="en-GB" sz="2000" dirty="0"/>
              <a:t>, </a:t>
            </a:r>
            <a:r>
              <a:rPr lang="en-GB" sz="2000" dirty="0" err="1"/>
              <a:t>aman</a:t>
            </a:r>
            <a:r>
              <a:rPr lang="en-GB" sz="2000" dirty="0"/>
              <a:t> (</a:t>
            </a:r>
            <a:r>
              <a:rPr lang="en-GB" sz="2000" i="1" dirty="0"/>
              <a:t>advanced level security</a:t>
            </a:r>
            <a:r>
              <a:rPr lang="en-GB" sz="2000" dirty="0"/>
              <a:t>) dan </a:t>
            </a:r>
            <a:r>
              <a:rPr lang="en-GB" sz="2000" dirty="0" err="1"/>
              <a:t>terstruktur</a:t>
            </a:r>
            <a:r>
              <a:rPr lang="en-GB" sz="2000" dirty="0"/>
              <a:t>, </a:t>
            </a:r>
            <a:r>
              <a:rPr lang="en-GB" sz="2000" dirty="0" err="1"/>
              <a:t>dikarenakan</a:t>
            </a:r>
            <a:r>
              <a:rPr lang="en-GB" sz="2000" dirty="0"/>
              <a:t> </a:t>
            </a:r>
            <a:r>
              <a:rPr lang="en-GB" sz="2000" dirty="0" err="1"/>
              <a:t>dokumentasi</a:t>
            </a:r>
            <a:r>
              <a:rPr lang="en-GB" sz="2000" dirty="0"/>
              <a:t> </a:t>
            </a:r>
            <a:r>
              <a:rPr lang="en-GB" sz="2000" dirty="0" err="1"/>
              <a:t>maupun</a:t>
            </a:r>
            <a:r>
              <a:rPr lang="en-GB" sz="2000" dirty="0"/>
              <a:t> </a:t>
            </a:r>
            <a:r>
              <a:rPr lang="en-GB" sz="2000" dirty="0" err="1"/>
              <a:t>fitur</a:t>
            </a:r>
            <a:r>
              <a:rPr lang="en-GB" sz="2000" dirty="0"/>
              <a:t> yang </a:t>
            </a:r>
            <a:r>
              <a:rPr lang="en-GB" sz="2000" dirty="0" err="1"/>
              <a:t>lengkap</a:t>
            </a:r>
            <a:r>
              <a:rPr lang="en-GB" sz="2000" dirty="0"/>
              <a:t> dan up to date.</a:t>
            </a:r>
          </a:p>
          <a:p>
            <a:pPr marL="0" indent="0" algn="just">
              <a:buNone/>
            </a:pPr>
            <a:endParaRPr lang="en-GB" sz="1500" b="1" dirty="0"/>
          </a:p>
          <a:p>
            <a:pPr marL="0" indent="0" algn="just">
              <a:buNone/>
            </a:pPr>
            <a:r>
              <a:rPr lang="en-US" sz="2400" b="1" dirty="0"/>
              <a:t>Mobile Responsive Design</a:t>
            </a:r>
            <a:endParaRPr lang="en-ID" sz="2400" dirty="0"/>
          </a:p>
          <a:p>
            <a:pPr marL="0" indent="0" algn="just">
              <a:buNone/>
            </a:pPr>
            <a:r>
              <a:rPr lang="en-US" sz="2000" dirty="0"/>
              <a:t>Desain </a:t>
            </a:r>
            <a:r>
              <a:rPr lang="en-US" sz="2000" i="1" dirty="0"/>
              <a:t>user interface</a:t>
            </a:r>
            <a:r>
              <a:rPr lang="en-US" sz="2000" dirty="0"/>
              <a:t> (</a:t>
            </a:r>
            <a:r>
              <a:rPr lang="en-US" sz="2000" dirty="0" err="1"/>
              <a:t>tampilan</a:t>
            </a:r>
            <a:r>
              <a:rPr lang="en-US" sz="2000" dirty="0"/>
              <a:t> </a:t>
            </a:r>
            <a:r>
              <a:rPr lang="en-US" sz="2000" dirty="0" err="1"/>
              <a:t>antar</a:t>
            </a:r>
            <a:r>
              <a:rPr lang="en-US" sz="2000" dirty="0"/>
              <a:t> </a:t>
            </a:r>
            <a:r>
              <a:rPr lang="en-US" sz="2000" dirty="0" err="1"/>
              <a:t>muka</a:t>
            </a:r>
            <a:r>
              <a:rPr lang="en-US" sz="2000" dirty="0"/>
              <a:t>) </a:t>
            </a:r>
            <a:r>
              <a:rPr lang="en-US" sz="2000" dirty="0" err="1"/>
              <a:t>akan</a:t>
            </a:r>
            <a:r>
              <a:rPr lang="en-US" sz="2000" dirty="0"/>
              <a:t> kami </a:t>
            </a:r>
            <a:r>
              <a:rPr lang="en-US" sz="2000" dirty="0" err="1"/>
              <a:t>kembangkan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konsep</a:t>
            </a:r>
            <a:r>
              <a:rPr lang="en-US" sz="2000" dirty="0"/>
              <a:t> </a:t>
            </a:r>
            <a:r>
              <a:rPr lang="en-US" sz="2000" i="1" dirty="0"/>
              <a:t>mobile responsive design</a:t>
            </a:r>
            <a:r>
              <a:rPr lang="en-US" sz="2000" dirty="0"/>
              <a:t>, </a:t>
            </a:r>
            <a:r>
              <a:rPr lang="en-US" sz="2000" dirty="0" err="1"/>
              <a:t>sehingga</a:t>
            </a:r>
            <a:r>
              <a:rPr lang="en-US" sz="2000" dirty="0"/>
              <a:t> website </a:t>
            </a:r>
            <a:r>
              <a:rPr lang="en-US" sz="2000" dirty="0" err="1"/>
              <a:t>dapat</a:t>
            </a:r>
            <a:r>
              <a:rPr lang="en-US" sz="2000" dirty="0"/>
              <a:t> </a:t>
            </a:r>
            <a:r>
              <a:rPr lang="en-US" sz="2000" dirty="0" err="1"/>
              <a:t>diakses</a:t>
            </a:r>
            <a:r>
              <a:rPr lang="en-US" sz="2000" dirty="0"/>
              <a:t> </a:t>
            </a:r>
            <a:r>
              <a:rPr lang="en-US" sz="2000" dirty="0" err="1"/>
              <a:t>melalui</a:t>
            </a:r>
            <a:r>
              <a:rPr lang="en-US" sz="2000" dirty="0"/>
              <a:t> </a:t>
            </a:r>
            <a:r>
              <a:rPr lang="en-US" sz="2000" i="1" dirty="0"/>
              <a:t>browser mobile</a:t>
            </a:r>
            <a:r>
              <a:rPr lang="en-US" sz="2000" dirty="0"/>
              <a:t>, </a:t>
            </a:r>
            <a:r>
              <a:rPr lang="en-US" sz="2000" dirty="0" err="1"/>
              <a:t>baik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versi</a:t>
            </a:r>
            <a:r>
              <a:rPr lang="en-US" sz="2000" dirty="0"/>
              <a:t> smartphone </a:t>
            </a:r>
            <a:r>
              <a:rPr lang="en-US" sz="2000" dirty="0" err="1"/>
              <a:t>maupun</a:t>
            </a:r>
            <a:r>
              <a:rPr lang="en-US" sz="2000" dirty="0"/>
              <a:t> tablet.</a:t>
            </a:r>
            <a:endParaRPr lang="en-ID" sz="2000" dirty="0"/>
          </a:p>
          <a:p>
            <a:endParaRPr lang="en-US" sz="15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E324461-C2F0-76D4-D549-DF333D45A3D0}"/>
              </a:ext>
            </a:extLst>
          </p:cNvPr>
          <p:cNvSpPr txBox="1">
            <a:spLocks/>
          </p:cNvSpPr>
          <p:nvPr/>
        </p:nvSpPr>
        <p:spPr>
          <a:xfrm>
            <a:off x="838200" y="19284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latin typeface="Arial Rounded MT Bold" panose="020F0704030504030204" pitchFamily="34" charset="77"/>
              </a:rPr>
              <a:t>Framework System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55A8B2-CF96-36C9-7D4C-C5A2CB8FD618}"/>
              </a:ext>
            </a:extLst>
          </p:cNvPr>
          <p:cNvSpPr/>
          <p:nvPr/>
        </p:nvSpPr>
        <p:spPr>
          <a:xfrm>
            <a:off x="980661" y="1269759"/>
            <a:ext cx="5196021" cy="148224"/>
          </a:xfrm>
          <a:prstGeom prst="rect">
            <a:avLst/>
          </a:prstGeom>
          <a:solidFill>
            <a:srgbClr val="EF3E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749EB45-0033-B26E-DF88-B46A5D4E0C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5590" y="489715"/>
            <a:ext cx="1462088" cy="233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6677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4A4BB-7F62-4C59-2392-F966A296F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20311"/>
          </a:xfrm>
        </p:spPr>
        <p:txBody>
          <a:bodyPr>
            <a:normAutofit fontScale="85000" lnSpcReduction="20000"/>
          </a:bodyPr>
          <a:lstStyle/>
          <a:p>
            <a:pPr marL="514350" lvl="0" indent="-514350" algn="just">
              <a:lnSpc>
                <a:spcPct val="120000"/>
              </a:lnSpc>
              <a:buFont typeface="+mj-lt"/>
              <a:buAutoNum type="arabicPeriod"/>
            </a:pPr>
            <a:r>
              <a:rPr lang="en-US" b="1" dirty="0"/>
              <a:t>Modul Static Page. </a:t>
            </a:r>
            <a:r>
              <a:rPr lang="en-US" dirty="0"/>
              <a:t>Modul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manajemen</a:t>
            </a:r>
            <a:r>
              <a:rPr lang="en-US" dirty="0"/>
              <a:t> </a:t>
            </a:r>
            <a:r>
              <a:rPr lang="en-US" dirty="0" err="1"/>
              <a:t>konten</a:t>
            </a:r>
            <a:r>
              <a:rPr lang="en-US" dirty="0"/>
              <a:t> statis,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halaman</a:t>
            </a:r>
            <a:r>
              <a:rPr lang="en-US" dirty="0"/>
              <a:t>: About Us, Vision &amp; Mission.</a:t>
            </a:r>
          </a:p>
          <a:p>
            <a:pPr marL="514350" lvl="0" indent="-514350" algn="just">
              <a:lnSpc>
                <a:spcPct val="110000"/>
              </a:lnSpc>
              <a:buFont typeface="+mj-lt"/>
              <a:buAutoNum type="arabicPeriod"/>
            </a:pPr>
            <a:r>
              <a:rPr lang="en-US" b="1" dirty="0"/>
              <a:t>Modul Dynamic Page.</a:t>
            </a:r>
            <a:r>
              <a:rPr lang="en-ID" b="1" dirty="0"/>
              <a:t> </a:t>
            </a:r>
            <a:r>
              <a:rPr lang="en-US" dirty="0"/>
              <a:t>Modul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manajemen</a:t>
            </a:r>
            <a:r>
              <a:rPr lang="en-US" dirty="0"/>
              <a:t> </a:t>
            </a:r>
            <a:r>
              <a:rPr lang="en-US" dirty="0" err="1"/>
              <a:t>konten</a:t>
            </a:r>
            <a:r>
              <a:rPr lang="en-US" dirty="0"/>
              <a:t> </a:t>
            </a:r>
            <a:r>
              <a:rPr lang="en-US" dirty="0" err="1"/>
              <a:t>dinamis</a:t>
            </a:r>
            <a:r>
              <a:rPr lang="en-US" dirty="0"/>
              <a:t>,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halaman</a:t>
            </a:r>
            <a:r>
              <a:rPr lang="en-US" dirty="0"/>
              <a:t>: Policy, News. </a:t>
            </a:r>
          </a:p>
          <a:p>
            <a:pPr marL="514350" indent="-514350" algn="just">
              <a:lnSpc>
                <a:spcPct val="120000"/>
              </a:lnSpc>
              <a:buFont typeface="+mj-lt"/>
              <a:buAutoNum type="arabicPeriod"/>
            </a:pPr>
            <a:r>
              <a:rPr lang="en-US" sz="2800" b="1" dirty="0"/>
              <a:t>Modul Gallery. </a:t>
            </a:r>
            <a:r>
              <a:rPr lang="en-US" dirty="0"/>
              <a:t>Modul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manajemen</a:t>
            </a:r>
            <a:r>
              <a:rPr lang="en-US" dirty="0"/>
              <a:t> </a:t>
            </a:r>
            <a:r>
              <a:rPr lang="en-US" dirty="0" err="1"/>
              <a:t>konten</a:t>
            </a:r>
            <a:r>
              <a:rPr lang="en-US" dirty="0"/>
              <a:t> </a:t>
            </a:r>
            <a:r>
              <a:rPr lang="en-US" dirty="0" err="1"/>
              <a:t>foto</a:t>
            </a:r>
            <a:r>
              <a:rPr lang="en-US" dirty="0"/>
              <a:t> </a:t>
            </a:r>
            <a:r>
              <a:rPr lang="en-US" dirty="0" err="1"/>
              <a:t>maupun</a:t>
            </a:r>
            <a:r>
              <a:rPr lang="en-US" dirty="0"/>
              <a:t> video.</a:t>
            </a:r>
          </a:p>
          <a:p>
            <a:pPr marL="514350" lvl="0" indent="-514350" algn="just">
              <a:lnSpc>
                <a:spcPct val="120000"/>
              </a:lnSpc>
              <a:buFont typeface="+mj-lt"/>
              <a:buAutoNum type="arabicPeriod"/>
            </a:pPr>
            <a:r>
              <a:rPr lang="en-US" b="1" dirty="0"/>
              <a:t>Modul Inquiry. </a:t>
            </a:r>
            <a:r>
              <a:rPr lang="en-US" dirty="0"/>
              <a:t>Modul untuk </a:t>
            </a:r>
            <a:r>
              <a:rPr lang="en-US" dirty="0" err="1"/>
              <a:t>manajemen</a:t>
            </a:r>
            <a:r>
              <a:rPr lang="en-US" dirty="0"/>
              <a:t> </a:t>
            </a:r>
            <a:r>
              <a:rPr lang="en-US" dirty="0" err="1"/>
              <a:t>konten</a:t>
            </a:r>
            <a:r>
              <a:rPr lang="en-US" dirty="0"/>
              <a:t> contact form, seperti </a:t>
            </a:r>
            <a:r>
              <a:rPr lang="en-US" dirty="0" err="1"/>
              <a:t>halaman</a:t>
            </a:r>
            <a:r>
              <a:rPr lang="en-US" dirty="0"/>
              <a:t>: Contact Us yang </a:t>
            </a:r>
            <a:r>
              <a:rPr lang="en-US" dirty="0" err="1"/>
              <a:t>berisi</a:t>
            </a:r>
            <a:r>
              <a:rPr lang="en-US" dirty="0"/>
              <a:t> informasi </a:t>
            </a:r>
            <a:r>
              <a:rPr lang="en-US" dirty="0" err="1"/>
              <a:t>alamat</a:t>
            </a:r>
            <a:r>
              <a:rPr lang="en-US" dirty="0"/>
              <a:t> </a:t>
            </a:r>
            <a:r>
              <a:rPr lang="en-US" dirty="0" err="1"/>
              <a:t>perusahaan</a:t>
            </a:r>
            <a:r>
              <a:rPr lang="en-US" dirty="0"/>
              <a:t>, nomor </a:t>
            </a:r>
            <a:r>
              <a:rPr lang="en-US" dirty="0" err="1"/>
              <a:t>telepon</a:t>
            </a:r>
            <a:r>
              <a:rPr lang="en-US" dirty="0"/>
              <a:t>, </a:t>
            </a:r>
            <a:r>
              <a:rPr lang="en-US" dirty="0" err="1"/>
              <a:t>alamat</a:t>
            </a:r>
            <a:r>
              <a:rPr lang="en-US" dirty="0"/>
              <a:t> email (Map Location) dan form kirim </a:t>
            </a:r>
            <a:r>
              <a:rPr lang="en-US" dirty="0" err="1"/>
              <a:t>pesan</a:t>
            </a:r>
            <a:r>
              <a:rPr lang="en-US" dirty="0"/>
              <a:t>.</a:t>
            </a:r>
          </a:p>
          <a:p>
            <a:pPr marL="514350" indent="-514350" algn="just">
              <a:lnSpc>
                <a:spcPct val="120000"/>
              </a:lnSpc>
              <a:buFont typeface="+mj-lt"/>
              <a:buAutoNum type="arabicPeriod"/>
            </a:pPr>
            <a:r>
              <a:rPr lang="en-US" sz="2800" b="1" dirty="0"/>
              <a:t>Modul Weblink. </a:t>
            </a:r>
            <a:r>
              <a:rPr lang="en-US" sz="2800" dirty="0"/>
              <a:t>Modul </a:t>
            </a:r>
            <a:r>
              <a:rPr lang="en-US" sz="2800" dirty="0" err="1"/>
              <a:t>untuk</a:t>
            </a:r>
            <a:r>
              <a:rPr lang="en-US" sz="2800" dirty="0"/>
              <a:t> </a:t>
            </a:r>
            <a:r>
              <a:rPr lang="en-US" dirty="0" err="1"/>
              <a:t>m</a:t>
            </a:r>
            <a:r>
              <a:rPr lang="en-US" sz="2800" dirty="0" err="1"/>
              <a:t>anajemen</a:t>
            </a:r>
            <a:r>
              <a:rPr lang="en-US" sz="2800" dirty="0"/>
              <a:t> </a:t>
            </a:r>
            <a:r>
              <a:rPr lang="en-US" dirty="0" err="1"/>
              <a:t>k</a:t>
            </a:r>
            <a:r>
              <a:rPr lang="en-US" sz="2800" dirty="0" err="1"/>
              <a:t>onten</a:t>
            </a:r>
            <a:r>
              <a:rPr lang="en-US" sz="2800" dirty="0"/>
              <a:t> </a:t>
            </a:r>
            <a:r>
              <a:rPr lang="en-US" dirty="0"/>
              <a:t>l</a:t>
            </a:r>
            <a:r>
              <a:rPr lang="en-US" sz="2800" dirty="0"/>
              <a:t>ink </a:t>
            </a:r>
            <a:r>
              <a:rPr lang="en-US" sz="2800" dirty="0" err="1"/>
              <a:t>ke</a:t>
            </a:r>
            <a:r>
              <a:rPr lang="en-US" sz="2800" dirty="0"/>
              <a:t> website </a:t>
            </a:r>
            <a:r>
              <a:rPr lang="en-US" sz="2800" dirty="0" err="1"/>
              <a:t>mitra</a:t>
            </a:r>
            <a:r>
              <a:rPr lang="en-US" sz="2800" dirty="0"/>
              <a:t> atau customer yang </a:t>
            </a:r>
            <a:r>
              <a:rPr lang="en-US" sz="2800" dirty="0" err="1"/>
              <a:t>memiliki</a:t>
            </a:r>
            <a:r>
              <a:rPr lang="en-US" sz="2800" dirty="0"/>
              <a:t> </a:t>
            </a:r>
            <a:r>
              <a:rPr lang="en-US" dirty="0" err="1"/>
              <a:t>k</a:t>
            </a:r>
            <a:r>
              <a:rPr lang="en-US" sz="2800" dirty="0" err="1"/>
              <a:t>erjasama</a:t>
            </a:r>
            <a:r>
              <a:rPr lang="en-US" sz="2800" dirty="0"/>
              <a:t> </a:t>
            </a:r>
            <a:r>
              <a:rPr lang="en-US" sz="2800" dirty="0" err="1"/>
              <a:t>Eksklusif</a:t>
            </a:r>
            <a:r>
              <a:rPr lang="en-US" sz="2800" dirty="0"/>
              <a:t> (Logo/Text).</a:t>
            </a:r>
            <a:endParaRPr lang="en-ID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E324461-C2F0-76D4-D549-DF333D45A3D0}"/>
              </a:ext>
            </a:extLst>
          </p:cNvPr>
          <p:cNvSpPr txBox="1">
            <a:spLocks/>
          </p:cNvSpPr>
          <p:nvPr/>
        </p:nvSpPr>
        <p:spPr>
          <a:xfrm>
            <a:off x="838200" y="19284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latin typeface="Arial Rounded MT Bold" panose="020F0704030504030204" pitchFamily="34" charset="77"/>
              </a:rPr>
              <a:t>Feature &amp; Module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502A16-FB2F-4B4E-18E8-8003B625D8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5590" y="489715"/>
            <a:ext cx="1462088" cy="23393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A481185-2F91-CCB8-BF35-6B5151D6C5A2}"/>
              </a:ext>
            </a:extLst>
          </p:cNvPr>
          <p:cNvSpPr/>
          <p:nvPr/>
        </p:nvSpPr>
        <p:spPr>
          <a:xfrm>
            <a:off x="980661" y="1269759"/>
            <a:ext cx="4756751" cy="148224"/>
          </a:xfrm>
          <a:prstGeom prst="rect">
            <a:avLst/>
          </a:prstGeom>
          <a:solidFill>
            <a:srgbClr val="EF3E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9270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77DC0-4B1B-729D-439E-950504A06B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39528"/>
          </a:xfrm>
        </p:spPr>
        <p:txBody>
          <a:bodyPr>
            <a:normAutofit/>
          </a:bodyPr>
          <a:lstStyle/>
          <a:p>
            <a:pPr marL="514350" indent="-514350" algn="just">
              <a:lnSpc>
                <a:spcPct val="100000"/>
              </a:lnSpc>
              <a:buFont typeface="+mj-lt"/>
              <a:buAutoNum type="arabicPeriod" startAt="6"/>
            </a:pPr>
            <a:r>
              <a:rPr lang="en-US" sz="2400" b="1" dirty="0" err="1"/>
              <a:t>Manejemen</a:t>
            </a:r>
            <a:r>
              <a:rPr lang="en-US" sz="2400" b="1" dirty="0"/>
              <a:t> User. </a:t>
            </a:r>
            <a:r>
              <a:rPr lang="en-US" sz="2400" dirty="0" err="1"/>
              <a:t>Konfigurasi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manajemen</a:t>
            </a:r>
            <a:r>
              <a:rPr lang="en-US" sz="2400" dirty="0"/>
              <a:t> user </a:t>
            </a:r>
            <a:r>
              <a:rPr lang="en-US" sz="2400" dirty="0" err="1"/>
              <a:t>pengelola</a:t>
            </a:r>
            <a:r>
              <a:rPr lang="en-US" sz="2400" dirty="0"/>
              <a:t> web (</a:t>
            </a:r>
            <a:r>
              <a:rPr lang="en-US" sz="2400" dirty="0" err="1"/>
              <a:t>halaman</a:t>
            </a:r>
            <a:r>
              <a:rPr lang="en-US" sz="2400" dirty="0"/>
              <a:t> admin panel), </a:t>
            </a:r>
            <a:r>
              <a:rPr lang="en-US" sz="2400" dirty="0" err="1"/>
              <a:t>seperti</a:t>
            </a:r>
            <a:r>
              <a:rPr lang="en-US" sz="2400" dirty="0"/>
              <a:t> administrator </a:t>
            </a:r>
            <a:r>
              <a:rPr lang="en-US" sz="2400" dirty="0" err="1"/>
              <a:t>maupun</a:t>
            </a:r>
            <a:r>
              <a:rPr lang="en-US" sz="2400" dirty="0"/>
              <a:t> operator.</a:t>
            </a:r>
          </a:p>
          <a:p>
            <a:pPr marL="514350" indent="-514350" algn="just">
              <a:lnSpc>
                <a:spcPct val="100000"/>
              </a:lnSpc>
              <a:buFont typeface="+mj-lt"/>
              <a:buAutoNum type="arabicPeriod" startAt="6"/>
            </a:pPr>
            <a:r>
              <a:rPr lang="en-US" sz="2400" b="1" dirty="0"/>
              <a:t>Social Media Configuration. </a:t>
            </a:r>
            <a:r>
              <a:rPr lang="en-US" sz="2400" dirty="0" err="1"/>
              <a:t>Konfigurasi</a:t>
            </a:r>
            <a:r>
              <a:rPr lang="en-US" sz="2400" dirty="0"/>
              <a:t> untuk </a:t>
            </a:r>
            <a:r>
              <a:rPr lang="en-US" sz="2400" dirty="0" err="1"/>
              <a:t>manajemen</a:t>
            </a:r>
            <a:r>
              <a:rPr lang="en-US" sz="2400" dirty="0"/>
              <a:t> link ke social media official </a:t>
            </a:r>
            <a:r>
              <a:rPr lang="en-US" sz="2400" dirty="0" err="1"/>
              <a:t>perusahaan</a:t>
            </a:r>
            <a:r>
              <a:rPr lang="en-US" sz="2400" dirty="0"/>
              <a:t>.</a:t>
            </a:r>
          </a:p>
          <a:p>
            <a:pPr marL="514350" indent="-514350" algn="just">
              <a:lnSpc>
                <a:spcPct val="100000"/>
              </a:lnSpc>
              <a:buFont typeface="+mj-lt"/>
              <a:buAutoNum type="arabicPeriod" startAt="6"/>
            </a:pPr>
            <a:r>
              <a:rPr lang="en-US" sz="2400" b="1" dirty="0"/>
              <a:t>Fitur Multi-Bahasa</a:t>
            </a:r>
            <a:r>
              <a:rPr lang="en-US" sz="2400" dirty="0"/>
              <a:t>. Fitur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pengelolaan</a:t>
            </a:r>
            <a:r>
              <a:rPr lang="en-US" sz="2400" dirty="0"/>
              <a:t> </a:t>
            </a:r>
            <a:r>
              <a:rPr lang="en-US" sz="2400" dirty="0" err="1"/>
              <a:t>bahasa</a:t>
            </a:r>
            <a:r>
              <a:rPr lang="en-US" sz="2400" dirty="0"/>
              <a:t> di website (EN/ID).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7A591EB-6038-3163-5519-1CA35DD378A6}"/>
              </a:ext>
            </a:extLst>
          </p:cNvPr>
          <p:cNvSpPr txBox="1">
            <a:spLocks/>
          </p:cNvSpPr>
          <p:nvPr/>
        </p:nvSpPr>
        <p:spPr>
          <a:xfrm>
            <a:off x="838200" y="19284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latin typeface="Arial Rounded MT Bold" panose="020F0704030504030204" pitchFamily="34" charset="77"/>
              </a:rPr>
              <a:t>Feature &amp; Module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131EF2-2F45-DC06-A325-765F324FD54F}"/>
              </a:ext>
            </a:extLst>
          </p:cNvPr>
          <p:cNvSpPr/>
          <p:nvPr/>
        </p:nvSpPr>
        <p:spPr>
          <a:xfrm>
            <a:off x="980661" y="1269759"/>
            <a:ext cx="4756751" cy="148224"/>
          </a:xfrm>
          <a:prstGeom prst="rect">
            <a:avLst/>
          </a:prstGeom>
          <a:solidFill>
            <a:srgbClr val="EF3E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AF57179-553E-0656-8F07-6090E959BD2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5590" y="489715"/>
            <a:ext cx="1462088" cy="233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24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3CD39E6-A662-AA51-F0AA-DB5BBFF833B8}"/>
              </a:ext>
            </a:extLst>
          </p:cNvPr>
          <p:cNvSpPr txBox="1">
            <a:spLocks/>
          </p:cNvSpPr>
          <p:nvPr/>
        </p:nvSpPr>
        <p:spPr>
          <a:xfrm>
            <a:off x="838200" y="19284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latin typeface="Arial Rounded MT Bold" panose="020F0704030504030204" pitchFamily="34" charset="77"/>
              </a:rPr>
              <a:t>Project Costing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92412A-57CC-3AEE-ABE8-AB7790BEDF0D}"/>
              </a:ext>
            </a:extLst>
          </p:cNvPr>
          <p:cNvSpPr/>
          <p:nvPr/>
        </p:nvSpPr>
        <p:spPr>
          <a:xfrm>
            <a:off x="980662" y="1269759"/>
            <a:ext cx="4173230" cy="148224"/>
          </a:xfrm>
          <a:prstGeom prst="rect">
            <a:avLst/>
          </a:prstGeom>
          <a:solidFill>
            <a:srgbClr val="EF3E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C20B232-5EB2-9C6F-21BA-16F4403AF2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6805658"/>
              </p:ext>
            </p:extLst>
          </p:nvPr>
        </p:nvGraphicFramePr>
        <p:xfrm>
          <a:off x="364434" y="2173601"/>
          <a:ext cx="11463131" cy="2837056"/>
        </p:xfrm>
        <a:graphic>
          <a:graphicData uri="http://schemas.openxmlformats.org/drawingml/2006/table">
            <a:tbl>
              <a:tblPr firstRow="1" firstCol="1" bandRow="1">
                <a:tableStyleId>{9DCAF9ED-07DC-4A11-8D7F-57B35C25682E}</a:tableStyleId>
              </a:tblPr>
              <a:tblGrid>
                <a:gridCol w="2095870">
                  <a:extLst>
                    <a:ext uri="{9D8B030D-6E8A-4147-A177-3AD203B41FA5}">
                      <a16:colId xmlns:a16="http://schemas.microsoft.com/office/drawing/2014/main" val="2150505741"/>
                    </a:ext>
                  </a:extLst>
                </a:gridCol>
                <a:gridCol w="7131752">
                  <a:extLst>
                    <a:ext uri="{9D8B030D-6E8A-4147-A177-3AD203B41FA5}">
                      <a16:colId xmlns:a16="http://schemas.microsoft.com/office/drawing/2014/main" val="3903636557"/>
                    </a:ext>
                  </a:extLst>
                </a:gridCol>
                <a:gridCol w="2235509">
                  <a:extLst>
                    <a:ext uri="{9D8B030D-6E8A-4147-A177-3AD203B41FA5}">
                      <a16:colId xmlns:a16="http://schemas.microsoft.com/office/drawing/2014/main" val="2297244810"/>
                    </a:ext>
                  </a:extLst>
                </a:gridCol>
              </a:tblGrid>
              <a:tr h="3704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100" dirty="0">
                          <a:effectLst/>
                        </a:rPr>
                        <a:t>SECTION</a:t>
                      </a:r>
                      <a:endParaRPr lang="en-ID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8838" marR="5883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100" dirty="0">
                          <a:effectLst/>
                        </a:rPr>
                        <a:t>MODULE / FEATURE</a:t>
                      </a:r>
                      <a:endParaRPr lang="en-ID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8838" marR="5883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100">
                          <a:effectLst/>
                        </a:rPr>
                        <a:t>PRICE</a:t>
                      </a:r>
                      <a:endParaRPr lang="en-ID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8838" marR="58838" marT="0" marB="0" anchor="ctr"/>
                </a:tc>
                <a:extLst>
                  <a:ext uri="{0D108BD9-81ED-4DB2-BD59-A6C34878D82A}">
                    <a16:rowId xmlns:a16="http://schemas.microsoft.com/office/drawing/2014/main" val="2541624054"/>
                  </a:ext>
                </a:extLst>
              </a:tr>
              <a:tr h="1304536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effectLst/>
                        </a:rPr>
                        <a:t>Build System</a:t>
                      </a:r>
                      <a:endParaRPr lang="en-ID" sz="1600" dirty="0">
                        <a:effectLst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id-ID" sz="1600" dirty="0">
                          <a:effectLst/>
                        </a:rPr>
                        <a:t>PHP - </a:t>
                      </a:r>
                      <a:r>
                        <a:rPr lang="id-ID" sz="1600" dirty="0" err="1">
                          <a:effectLst/>
                        </a:rPr>
                        <a:t>Laravel</a:t>
                      </a:r>
                      <a:r>
                        <a:rPr lang="id-ID" sz="1600" dirty="0">
                          <a:effectLst/>
                        </a:rPr>
                        <a:t> </a:t>
                      </a:r>
                      <a:r>
                        <a:rPr lang="id-ID" sz="1600" dirty="0" err="1">
                          <a:effectLst/>
                        </a:rPr>
                        <a:t>framework</a:t>
                      </a:r>
                      <a:endParaRPr lang="en-US" sz="1600" dirty="0">
                        <a:effectLst/>
                      </a:endParaRP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ID" sz="1600" dirty="0">
                        <a:effectLst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id-ID" sz="1600" dirty="0" err="1">
                          <a:effectLst/>
                        </a:rPr>
                        <a:t>Custom</a:t>
                      </a:r>
                      <a:r>
                        <a:rPr lang="id-ID" sz="1600" dirty="0">
                          <a:effectLst/>
                        </a:rPr>
                        <a:t> Design (HTML/CSS/</a:t>
                      </a:r>
                      <a:r>
                        <a:rPr lang="id-ID" sz="1600" dirty="0" err="1">
                          <a:effectLst/>
                        </a:rPr>
                        <a:t>VueJS</a:t>
                      </a:r>
                      <a:r>
                        <a:rPr lang="id-ID" sz="1600" dirty="0">
                          <a:effectLst/>
                        </a:rPr>
                        <a:t>)</a:t>
                      </a:r>
                      <a:endParaRPr lang="en-ID" sz="1600" dirty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8838" marR="58838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US" sz="1600" dirty="0">
                          <a:effectLst/>
                        </a:rPr>
                        <a:t>Content Management System, Administrator Page, Operator Page, Database Setup</a:t>
                      </a:r>
                      <a:endParaRPr lang="en-ID" sz="1600" dirty="0">
                        <a:effectLst/>
                      </a:endParaRPr>
                    </a:p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</a:p>
                    <a:p>
                      <a:pPr algn="just">
                        <a:lnSpc>
                          <a:spcPct val="115000"/>
                        </a:lnSpc>
                      </a:pPr>
                      <a:endParaRPr lang="en-US" sz="1600" dirty="0">
                        <a:effectLst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Home, Page, Detail Page</a:t>
                      </a:r>
                      <a:endParaRPr lang="en-US" sz="1600" dirty="0">
                        <a:effectLst/>
                      </a:endParaRPr>
                    </a:p>
                  </a:txBody>
                  <a:tcPr marL="58838" marR="58838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1600" dirty="0">
                          <a:effectLst/>
                        </a:rPr>
                        <a:t>Rp. 15.000.000,-</a:t>
                      </a:r>
                      <a:endParaRPr lang="en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8838" marR="58838" marT="0" marB="0" anchor="ctr"/>
                </a:tc>
                <a:extLst>
                  <a:ext uri="{0D108BD9-81ED-4DB2-BD59-A6C34878D82A}">
                    <a16:rowId xmlns:a16="http://schemas.microsoft.com/office/drawing/2014/main" val="890491480"/>
                  </a:ext>
                </a:extLst>
              </a:tr>
              <a:tr h="3704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8838" marR="58838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1600" b="1" dirty="0">
                          <a:effectLst/>
                        </a:rPr>
                        <a:t>GRAND TOTAL </a:t>
                      </a:r>
                      <a:endParaRPr lang="en-ID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8838" marR="58838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1600" dirty="0">
                          <a:effectLst/>
                        </a:rPr>
                        <a:t>Rp. 15.000.000,-</a:t>
                      </a:r>
                      <a:endParaRPr lang="en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8838" marR="58838" marT="0" marB="0" anchor="ctr"/>
                </a:tc>
                <a:extLst>
                  <a:ext uri="{0D108BD9-81ED-4DB2-BD59-A6C34878D82A}">
                    <a16:rowId xmlns:a16="http://schemas.microsoft.com/office/drawing/2014/main" val="2873270069"/>
                  </a:ext>
                </a:extLst>
              </a:tr>
              <a:tr h="37046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</a:rPr>
                        <a:t>“LIMA BELAS JUTA RUPIAH”</a:t>
                      </a:r>
                      <a:endParaRPr lang="en-ID" sz="16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838" marR="58838" marT="0" marB="0"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58838" marR="58838" marT="0" marB="0"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58838" marR="58838" marT="0" marB="0" anchor="ctr"/>
                </a:tc>
                <a:extLst>
                  <a:ext uri="{0D108BD9-81ED-4DB2-BD59-A6C34878D82A}">
                    <a16:rowId xmlns:a16="http://schemas.microsoft.com/office/drawing/2014/main" val="75785451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A96B80C-133D-EA16-D21F-AB7A973FC076}"/>
              </a:ext>
            </a:extLst>
          </p:cNvPr>
          <p:cNvSpPr txBox="1"/>
          <p:nvPr/>
        </p:nvSpPr>
        <p:spPr>
          <a:xfrm>
            <a:off x="251791" y="1703842"/>
            <a:ext cx="2307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highlight>
                  <a:srgbClr val="FFFFFF"/>
                </a:highlight>
              </a:rPr>
              <a:t>Website Development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922CD4-1FE2-26AF-352D-652BDE59667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5590" y="489715"/>
            <a:ext cx="1462088" cy="2339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3EE789F-66A9-05B4-F794-A502FC1917A6}"/>
              </a:ext>
            </a:extLst>
          </p:cNvPr>
          <p:cNvSpPr txBox="1"/>
          <p:nvPr/>
        </p:nvSpPr>
        <p:spPr>
          <a:xfrm>
            <a:off x="364434" y="5342682"/>
            <a:ext cx="46923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Keterangan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Harga </a:t>
            </a:r>
            <a:r>
              <a:rPr lang="en-US" b="1" dirty="0" err="1"/>
              <a:t>belum</a:t>
            </a:r>
            <a:r>
              <a:rPr lang="en-US" dirty="0"/>
              <a:t> </a:t>
            </a:r>
            <a:r>
              <a:rPr lang="en-US" dirty="0" err="1"/>
              <a:t>termasuk</a:t>
            </a:r>
            <a:r>
              <a:rPr lang="en-US" dirty="0"/>
              <a:t> Pajak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881208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D6B40-F979-7206-DA95-ABBE053EF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1728BDC-4FDC-DDCA-9865-C24EE3E7A2F3}"/>
              </a:ext>
            </a:extLst>
          </p:cNvPr>
          <p:cNvSpPr txBox="1">
            <a:spLocks/>
          </p:cNvSpPr>
          <p:nvPr/>
        </p:nvSpPr>
        <p:spPr>
          <a:xfrm>
            <a:off x="838200" y="19284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latin typeface="Arial Rounded MT Bold" panose="020F0704030504030204" pitchFamily="34" charset="77"/>
              </a:rPr>
              <a:t>Server Hosting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179DD7-1BC5-0E4F-7E7F-AB399B85DC2D}"/>
              </a:ext>
            </a:extLst>
          </p:cNvPr>
          <p:cNvSpPr/>
          <p:nvPr/>
        </p:nvSpPr>
        <p:spPr>
          <a:xfrm>
            <a:off x="980662" y="1269759"/>
            <a:ext cx="4173230" cy="148224"/>
          </a:xfrm>
          <a:prstGeom prst="rect">
            <a:avLst/>
          </a:prstGeom>
          <a:solidFill>
            <a:srgbClr val="EF3E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DEEE09-8EC4-23EB-C277-83FD77381EB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5590" y="489715"/>
            <a:ext cx="1462088" cy="2339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90235FA-DE79-D39C-630B-67CDB4480618}"/>
              </a:ext>
            </a:extLst>
          </p:cNvPr>
          <p:cNvSpPr txBox="1"/>
          <p:nvPr/>
        </p:nvSpPr>
        <p:spPr>
          <a:xfrm>
            <a:off x="364434" y="5665847"/>
            <a:ext cx="46923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Keterangan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Harga </a:t>
            </a:r>
            <a:r>
              <a:rPr lang="en-US" b="1" dirty="0" err="1"/>
              <a:t>belum</a:t>
            </a:r>
            <a:r>
              <a:rPr lang="en-US" dirty="0"/>
              <a:t> </a:t>
            </a:r>
            <a:r>
              <a:rPr lang="en-US" dirty="0" err="1"/>
              <a:t>termasuk</a:t>
            </a:r>
            <a:r>
              <a:rPr lang="en-US" dirty="0"/>
              <a:t> Pajak</a:t>
            </a:r>
            <a:endParaRPr lang="id-ID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B34258A-9B68-09A7-7156-F1E61B88F3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2616343"/>
              </p:ext>
            </p:extLst>
          </p:nvPr>
        </p:nvGraphicFramePr>
        <p:xfrm>
          <a:off x="364434" y="2173601"/>
          <a:ext cx="11463131" cy="3256622"/>
        </p:xfrm>
        <a:graphic>
          <a:graphicData uri="http://schemas.openxmlformats.org/drawingml/2006/table">
            <a:tbl>
              <a:tblPr firstRow="1" firstCol="1" bandRow="1">
                <a:tableStyleId>{9DCAF9ED-07DC-4A11-8D7F-57B35C25682E}</a:tableStyleId>
              </a:tblPr>
              <a:tblGrid>
                <a:gridCol w="476814">
                  <a:extLst>
                    <a:ext uri="{9D8B030D-6E8A-4147-A177-3AD203B41FA5}">
                      <a16:colId xmlns:a16="http://schemas.microsoft.com/office/drawing/2014/main" val="1194327252"/>
                    </a:ext>
                  </a:extLst>
                </a:gridCol>
                <a:gridCol w="4003310">
                  <a:extLst>
                    <a:ext uri="{9D8B030D-6E8A-4147-A177-3AD203B41FA5}">
                      <a16:colId xmlns:a16="http://schemas.microsoft.com/office/drawing/2014/main" val="2150505741"/>
                    </a:ext>
                  </a:extLst>
                </a:gridCol>
                <a:gridCol w="4885711">
                  <a:extLst>
                    <a:ext uri="{9D8B030D-6E8A-4147-A177-3AD203B41FA5}">
                      <a16:colId xmlns:a16="http://schemas.microsoft.com/office/drawing/2014/main" val="3903636557"/>
                    </a:ext>
                  </a:extLst>
                </a:gridCol>
                <a:gridCol w="2097296">
                  <a:extLst>
                    <a:ext uri="{9D8B030D-6E8A-4147-A177-3AD203B41FA5}">
                      <a16:colId xmlns:a16="http://schemas.microsoft.com/office/drawing/2014/main" val="2297244810"/>
                    </a:ext>
                  </a:extLst>
                </a:gridCol>
              </a:tblGrid>
              <a:tr h="3704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10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No</a:t>
                      </a:r>
                    </a:p>
                  </a:txBody>
                  <a:tcPr marL="58838" marR="5883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100" dirty="0">
                          <a:effectLst/>
                        </a:rPr>
                        <a:t>SECTION</a:t>
                      </a:r>
                      <a:endParaRPr lang="en-ID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8838" marR="5883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100" dirty="0">
                          <a:effectLst/>
                        </a:rPr>
                        <a:t>MODULE / FEATURE</a:t>
                      </a:r>
                      <a:endParaRPr lang="en-ID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8838" marR="5883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100" dirty="0">
                          <a:effectLst/>
                        </a:rPr>
                        <a:t>PRICE</a:t>
                      </a:r>
                      <a:endParaRPr lang="en-ID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8838" marR="58838" marT="0" marB="0" anchor="ctr"/>
                </a:tc>
                <a:extLst>
                  <a:ext uri="{0D108BD9-81ED-4DB2-BD59-A6C34878D82A}">
                    <a16:rowId xmlns:a16="http://schemas.microsoft.com/office/drawing/2014/main" val="2541624054"/>
                  </a:ext>
                </a:extLst>
              </a:tr>
              <a:tr h="3704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600" b="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1</a:t>
                      </a:r>
                    </a:p>
                  </a:txBody>
                  <a:tcPr marL="58838" marR="58838" marT="0" marB="0" anchor="ctr"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600" dirty="0">
                          <a:effectLst/>
                        </a:rPr>
                        <a:t>Shared Hosting</a:t>
                      </a:r>
                      <a:endParaRPr lang="en-ID" sz="16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8838" marR="58838" marT="0" marB="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US" sz="1600" dirty="0">
                          <a:effectLst/>
                        </a:rPr>
                        <a:t>Storage: 8 GB</a:t>
                      </a:r>
                    </a:p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Bandwidth: Unlimited</a:t>
                      </a:r>
                    </a:p>
                  </a:txBody>
                  <a:tcPr marL="58838" marR="58838" marT="0" marB="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600" dirty="0">
                          <a:effectLst/>
                        </a:rPr>
                        <a:t>Rp6.000.000/</a:t>
                      </a:r>
                      <a:r>
                        <a:rPr lang="en-US" sz="1600" dirty="0" err="1">
                          <a:effectLst/>
                        </a:rPr>
                        <a:t>tahun</a:t>
                      </a:r>
                      <a:endParaRPr lang="en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8838" marR="58838" marT="0" marB="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6603726"/>
                  </a:ext>
                </a:extLst>
              </a:tr>
              <a:tr h="4841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600" b="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2</a:t>
                      </a:r>
                    </a:p>
                  </a:txBody>
                  <a:tcPr marL="58838" marR="58838" marT="0" marB="0" anchor="ctr"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ID" sz="1600" b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VPS Hosting</a:t>
                      </a:r>
                    </a:p>
                  </a:txBody>
                  <a:tcPr marL="58838" marR="58838" marT="0" marB="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RAM: 1 GB</a:t>
                      </a:r>
                    </a:p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vCPU: 1 Core</a:t>
                      </a:r>
                    </a:p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Storage: 20 GB SSD</a:t>
                      </a:r>
                    </a:p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Public IP: 1</a:t>
                      </a:r>
                    </a:p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D" sz="16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Lisensi</a:t>
                      </a:r>
                      <a:r>
                        <a:rPr lang="en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cPanel: 1</a:t>
                      </a:r>
                    </a:p>
                  </a:txBody>
                  <a:tcPr marL="58838" marR="58838" marT="0" marB="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</a:rPr>
                        <a:t>Rp8.400.000/</a:t>
                      </a:r>
                      <a:r>
                        <a:rPr lang="en-US" sz="1600" dirty="0" err="1">
                          <a:effectLst/>
                        </a:rPr>
                        <a:t>tahun</a:t>
                      </a:r>
                      <a:endParaRPr lang="en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</a:pPr>
                      <a:endParaRPr lang="en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8838" marR="58838" marT="0" marB="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0034883"/>
                  </a:ext>
                </a:extLst>
              </a:tr>
              <a:tr h="4841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600" b="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3</a:t>
                      </a:r>
                    </a:p>
                  </a:txBody>
                  <a:tcPr marL="58838" marR="58838" marT="0" marB="0" anchor="ctr"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600" dirty="0">
                          <a:effectLst/>
                        </a:rPr>
                        <a:t>Domain Name</a:t>
                      </a:r>
                      <a:endParaRPr lang="en-ID" sz="16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8838" marR="58838" marT="0" marB="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US" sz="1600" dirty="0">
                          <a:effectLst/>
                        </a:rPr>
                        <a:t>Top Level Domain .org </a:t>
                      </a:r>
                      <a:endParaRPr lang="en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8838" marR="58838" marT="0" marB="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600" dirty="0">
                          <a:effectLst/>
                        </a:rPr>
                        <a:t>Rp. 450.000/</a:t>
                      </a:r>
                      <a:r>
                        <a:rPr lang="en-US" sz="1600" dirty="0" err="1">
                          <a:effectLst/>
                        </a:rPr>
                        <a:t>tahun</a:t>
                      </a: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8838" marR="58838" marT="0" marB="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7271417"/>
                  </a:ext>
                </a:extLst>
              </a:tr>
              <a:tr h="4841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D" sz="1600" b="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4</a:t>
                      </a:r>
                    </a:p>
                  </a:txBody>
                  <a:tcPr marL="58838" marR="58838" marT="0" marB="0" anchor="ctr"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600" dirty="0">
                          <a:effectLst/>
                        </a:rPr>
                        <a:t>Domain Name</a:t>
                      </a:r>
                      <a:endParaRPr lang="en-ID" sz="16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8838" marR="58838" marT="0" marB="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US" sz="1600" dirty="0">
                          <a:effectLst/>
                        </a:rPr>
                        <a:t>Top Level Domain .id</a:t>
                      </a:r>
                      <a:endParaRPr lang="en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8838" marR="58838" marT="0" marB="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600" dirty="0">
                          <a:effectLst/>
                        </a:rPr>
                        <a:t>Rp. 500.000/</a:t>
                      </a:r>
                      <a:r>
                        <a:rPr lang="en-US" sz="1600" dirty="0" err="1">
                          <a:effectLst/>
                        </a:rPr>
                        <a:t>tahun</a:t>
                      </a: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8838" marR="58838" marT="0" marB="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898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28660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3CD39E6-A662-AA51-F0AA-DB5BBFF833B8}"/>
              </a:ext>
            </a:extLst>
          </p:cNvPr>
          <p:cNvSpPr txBox="1">
            <a:spLocks/>
          </p:cNvSpPr>
          <p:nvPr/>
        </p:nvSpPr>
        <p:spPr>
          <a:xfrm>
            <a:off x="838200" y="19284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latin typeface="Arial Rounded MT Bold" panose="020F0704030504030204" pitchFamily="34" charset="77"/>
              </a:rPr>
              <a:t>Timeplan Project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92412A-57CC-3AEE-ABE8-AB7790BEDF0D}"/>
              </a:ext>
            </a:extLst>
          </p:cNvPr>
          <p:cNvSpPr/>
          <p:nvPr/>
        </p:nvSpPr>
        <p:spPr>
          <a:xfrm>
            <a:off x="980662" y="1269759"/>
            <a:ext cx="4635047" cy="148224"/>
          </a:xfrm>
          <a:prstGeom prst="rect">
            <a:avLst/>
          </a:prstGeom>
          <a:solidFill>
            <a:srgbClr val="EF3E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491F3F5-7728-B1B4-E4C5-99293DB015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5590" y="489715"/>
            <a:ext cx="1462088" cy="2339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268BD4-E7B1-0029-3A29-1700BE3AA5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662" y="1815278"/>
            <a:ext cx="10039350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3178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D28D19D7-F924-1DC8-21B2-CC327E0D4A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3422924"/>
              </p:ext>
            </p:extLst>
          </p:nvPr>
        </p:nvGraphicFramePr>
        <p:xfrm>
          <a:off x="838200" y="1825625"/>
          <a:ext cx="10515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2600">
                  <a:extLst>
                    <a:ext uri="{9D8B030D-6E8A-4147-A177-3AD203B41FA5}">
                      <a16:colId xmlns:a16="http://schemas.microsoft.com/office/drawing/2014/main" val="2324970217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25513032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+mn-lt"/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+mn-lt"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4993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dirty="0">
                          <a:latin typeface="+mn-lt"/>
                        </a:rPr>
                        <a:t>Website </a:t>
                      </a:r>
                      <a:r>
                        <a:rPr lang="en-US" sz="1800" b="0" dirty="0" err="1">
                          <a:latin typeface="+mn-lt"/>
                        </a:rPr>
                        <a:t>versi</a:t>
                      </a:r>
                      <a:r>
                        <a:rPr lang="en-US" sz="1800" b="0" dirty="0">
                          <a:latin typeface="+mn-lt"/>
                        </a:rPr>
                        <a:t> web browser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b="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7251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dirty="0">
                          <a:latin typeface="+mn-lt"/>
                        </a:rPr>
                        <a:t>Website </a:t>
                      </a:r>
                      <a:r>
                        <a:rPr lang="en-US" sz="1800" b="0" dirty="0" err="1">
                          <a:latin typeface="+mn-lt"/>
                        </a:rPr>
                        <a:t>versi</a:t>
                      </a:r>
                      <a:r>
                        <a:rPr lang="en-US" sz="1800" b="0" dirty="0">
                          <a:latin typeface="+mn-lt"/>
                        </a:rPr>
                        <a:t> mobile browser (mobile responsive)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b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6133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dirty="0">
                          <a:latin typeface="+mn-lt"/>
                        </a:rPr>
                        <a:t>CMS (Content Management System)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latin typeface="+mn-lt"/>
                        </a:rPr>
                        <a:t>Halaman Admin multi level user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63491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dirty="0">
                          <a:latin typeface="+mn-lt"/>
                        </a:rPr>
                        <a:t>Multi-language System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dirty="0" err="1">
                          <a:latin typeface="+mn-lt"/>
                        </a:rPr>
                        <a:t>Mendukung</a:t>
                      </a:r>
                      <a:r>
                        <a:rPr lang="en-US" sz="1800" b="0" dirty="0">
                          <a:latin typeface="+mn-lt"/>
                        </a:rPr>
                        <a:t> 2 versi Bahasa (EN/ID)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4488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dirty="0">
                          <a:latin typeface="+mn-lt"/>
                        </a:rPr>
                        <a:t>Maintenance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dirty="0" err="1">
                          <a:latin typeface="+mn-lt"/>
                        </a:rPr>
                        <a:t>Layanan</a:t>
                      </a:r>
                      <a:r>
                        <a:rPr lang="en-US" sz="1800" b="0" dirty="0">
                          <a:latin typeface="+mn-lt"/>
                        </a:rPr>
                        <a:t> </a:t>
                      </a:r>
                      <a:r>
                        <a:rPr lang="en-US" sz="1800" b="0" dirty="0" err="1">
                          <a:latin typeface="+mn-lt"/>
                        </a:rPr>
                        <a:t>perawatan</a:t>
                      </a:r>
                      <a:r>
                        <a:rPr lang="en-US" sz="1800" b="0" dirty="0">
                          <a:latin typeface="+mn-lt"/>
                        </a:rPr>
                        <a:t> </a:t>
                      </a:r>
                      <a:r>
                        <a:rPr lang="en-US" sz="1800" b="0" dirty="0" err="1">
                          <a:latin typeface="+mn-lt"/>
                        </a:rPr>
                        <a:t>purna</a:t>
                      </a:r>
                      <a:r>
                        <a:rPr lang="en-US" sz="1800" b="0" dirty="0">
                          <a:latin typeface="+mn-lt"/>
                        </a:rPr>
                        <a:t> </a:t>
                      </a:r>
                      <a:r>
                        <a:rPr lang="en-US" sz="1800" b="0" dirty="0" err="1">
                          <a:latin typeface="+mn-lt"/>
                        </a:rPr>
                        <a:t>jual</a:t>
                      </a:r>
                      <a:r>
                        <a:rPr lang="en-US" sz="1800" b="0" dirty="0">
                          <a:latin typeface="+mn-lt"/>
                        </a:rPr>
                        <a:t> 3 bulan (free maintenance)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7299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dirty="0">
                          <a:latin typeface="+mn-lt"/>
                        </a:rPr>
                        <a:t>Content (text/image) Optimization + Keyword suggestion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dirty="0" err="1">
                          <a:latin typeface="+mn-lt"/>
                        </a:rPr>
                        <a:t>Konten</a:t>
                      </a:r>
                      <a:r>
                        <a:rPr lang="en-US" sz="1800" b="0" dirty="0">
                          <a:latin typeface="+mn-lt"/>
                        </a:rPr>
                        <a:t> </a:t>
                      </a:r>
                      <a:r>
                        <a:rPr lang="en-US" sz="1800" b="0" dirty="0" err="1">
                          <a:latin typeface="+mn-lt"/>
                        </a:rPr>
                        <a:t>awal</a:t>
                      </a:r>
                      <a:r>
                        <a:rPr lang="en-US" sz="1800" b="0" dirty="0">
                          <a:latin typeface="+mn-lt"/>
                        </a:rPr>
                        <a:t> </a:t>
                      </a:r>
                      <a:r>
                        <a:rPr lang="en-US" sz="1800" b="0" dirty="0" err="1">
                          <a:latin typeface="+mn-lt"/>
                        </a:rPr>
                        <a:t>dari</a:t>
                      </a:r>
                      <a:r>
                        <a:rPr lang="en-US" sz="1800" b="0" dirty="0">
                          <a:latin typeface="+mn-lt"/>
                        </a:rPr>
                        <a:t> </a:t>
                      </a:r>
                      <a:r>
                        <a:rPr lang="en-US" sz="1800" b="0" dirty="0" err="1">
                          <a:latin typeface="+mn-lt"/>
                        </a:rPr>
                        <a:t>pihak</a:t>
                      </a:r>
                      <a:r>
                        <a:rPr lang="en-US" sz="1800" b="0" dirty="0">
                          <a:latin typeface="+mn-lt"/>
                        </a:rPr>
                        <a:t> </a:t>
                      </a:r>
                      <a:r>
                        <a:rPr lang="en-US" sz="1800" b="0" dirty="0" err="1">
                          <a:latin typeface="+mn-lt"/>
                        </a:rPr>
                        <a:t>pemilik</a:t>
                      </a:r>
                      <a:r>
                        <a:rPr lang="en-US" sz="1800" b="0" dirty="0">
                          <a:latin typeface="+mn-lt"/>
                        </a:rPr>
                        <a:t> website, </a:t>
                      </a:r>
                      <a:r>
                        <a:rPr lang="en-US" sz="1800" b="0" dirty="0" err="1">
                          <a:latin typeface="+mn-lt"/>
                        </a:rPr>
                        <a:t>selanjutnya</a:t>
                      </a:r>
                      <a:r>
                        <a:rPr lang="en-US" sz="1800" b="0" dirty="0">
                          <a:latin typeface="+mn-lt"/>
                        </a:rPr>
                        <a:t> </a:t>
                      </a:r>
                      <a:r>
                        <a:rPr lang="en-US" sz="1800" b="0" dirty="0" err="1">
                          <a:latin typeface="+mn-lt"/>
                        </a:rPr>
                        <a:t>akan</a:t>
                      </a:r>
                      <a:r>
                        <a:rPr lang="en-US" sz="1800" b="0" dirty="0">
                          <a:latin typeface="+mn-lt"/>
                        </a:rPr>
                        <a:t> dilakukan penyesuaian agar optimal di search engine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9698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dirty="0">
                          <a:latin typeface="+mn-lt"/>
                        </a:rPr>
                        <a:t>Modul </a:t>
                      </a:r>
                      <a:r>
                        <a:rPr lang="en-US" sz="1800" b="0" dirty="0" err="1">
                          <a:latin typeface="+mn-lt"/>
                        </a:rPr>
                        <a:t>Penggunaan</a:t>
                      </a:r>
                      <a:r>
                        <a:rPr lang="en-US" sz="1800" b="0" dirty="0">
                          <a:latin typeface="+mn-lt"/>
                        </a:rPr>
                        <a:t>/User manual guide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b="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916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dirty="0" err="1">
                          <a:latin typeface="+mn-lt"/>
                        </a:rPr>
                        <a:t>Konsultasi</a:t>
                      </a:r>
                      <a:r>
                        <a:rPr lang="en-US" sz="1800" b="0" dirty="0">
                          <a:latin typeface="+mn-lt"/>
                        </a:rPr>
                        <a:t> </a:t>
                      </a:r>
                      <a:r>
                        <a:rPr lang="en-US" sz="1800" b="0" dirty="0" err="1">
                          <a:latin typeface="+mn-lt"/>
                        </a:rPr>
                        <a:t>teknis</a:t>
                      </a:r>
                      <a:r>
                        <a:rPr lang="en-US" sz="1800" b="0" dirty="0">
                          <a:latin typeface="+mn-lt"/>
                        </a:rPr>
                        <a:t> &amp; </a:t>
                      </a:r>
                      <a:r>
                        <a:rPr lang="en-US" sz="1800" b="0" dirty="0" err="1">
                          <a:latin typeface="+mn-lt"/>
                        </a:rPr>
                        <a:t>optimalisasi</a:t>
                      </a:r>
                      <a:r>
                        <a:rPr lang="en-US" sz="1800" b="0" dirty="0">
                          <a:latin typeface="+mn-lt"/>
                        </a:rPr>
                        <a:t> </a:t>
                      </a:r>
                      <a:r>
                        <a:rPr lang="en-US" sz="1800" b="0" i="1" dirty="0">
                          <a:latin typeface="+mn-lt"/>
                        </a:rPr>
                        <a:t>search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b="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0763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dirty="0">
                          <a:latin typeface="+mn-lt"/>
                        </a:rPr>
                        <a:t>Setting Google Webmaster Tools &amp; Google Analytics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b="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2765985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1A6957FB-C2F9-C94F-8E18-A8EFD95C74FF}"/>
              </a:ext>
            </a:extLst>
          </p:cNvPr>
          <p:cNvSpPr txBox="1">
            <a:spLocks/>
          </p:cNvSpPr>
          <p:nvPr/>
        </p:nvSpPr>
        <p:spPr>
          <a:xfrm>
            <a:off x="838200" y="19284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latin typeface="Arial Rounded MT Bold" panose="020F0704030504030204" pitchFamily="34" charset="77"/>
              </a:rPr>
              <a:t>Deliverables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A92F47-1DD1-9080-36C8-13E33C6FE1A8}"/>
              </a:ext>
            </a:extLst>
          </p:cNvPr>
          <p:cNvSpPr/>
          <p:nvPr/>
        </p:nvSpPr>
        <p:spPr>
          <a:xfrm>
            <a:off x="980662" y="1269759"/>
            <a:ext cx="3378902" cy="148224"/>
          </a:xfrm>
          <a:prstGeom prst="rect">
            <a:avLst/>
          </a:prstGeom>
          <a:solidFill>
            <a:srgbClr val="EF3E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166D9A2-715F-380E-309D-693BEA5A5D3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5590" y="489715"/>
            <a:ext cx="1462088" cy="233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635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EF1C7FEB-68E4-C447-18D6-51A940C6E8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1596920"/>
              </p:ext>
            </p:extLst>
          </p:nvPr>
        </p:nvGraphicFramePr>
        <p:xfrm>
          <a:off x="838199" y="1825625"/>
          <a:ext cx="10916653" cy="26668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9320AF32-ED21-F3C5-00D9-EF599CA22A8B}"/>
              </a:ext>
            </a:extLst>
          </p:cNvPr>
          <p:cNvSpPr txBox="1">
            <a:spLocks/>
          </p:cNvSpPr>
          <p:nvPr/>
        </p:nvSpPr>
        <p:spPr>
          <a:xfrm>
            <a:off x="838200" y="19284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>
                <a:latin typeface="Arial Rounded MT Bold" panose="020F0704030504030204" pitchFamily="34" charset="77"/>
              </a:rPr>
              <a:t>After Services Maintenance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3416F31-DB42-BDE0-3B21-B6104038EDC3}"/>
              </a:ext>
            </a:extLst>
          </p:cNvPr>
          <p:cNvSpPr txBox="1">
            <a:spLocks/>
          </p:cNvSpPr>
          <p:nvPr/>
        </p:nvSpPr>
        <p:spPr>
          <a:xfrm>
            <a:off x="838200" y="19284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b="1" i="1" dirty="0">
              <a:latin typeface="Arial Rounded MT Bold" panose="020F0704030504030204" pitchFamily="34" charset="77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5BC42F-FC5A-391A-DD78-5EB7A478F249}"/>
              </a:ext>
            </a:extLst>
          </p:cNvPr>
          <p:cNvSpPr/>
          <p:nvPr/>
        </p:nvSpPr>
        <p:spPr>
          <a:xfrm>
            <a:off x="980661" y="1269759"/>
            <a:ext cx="7489083" cy="148224"/>
          </a:xfrm>
          <a:prstGeom prst="rect">
            <a:avLst/>
          </a:prstGeom>
          <a:solidFill>
            <a:srgbClr val="EF3E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5973948-ABA8-15AC-3B37-707215E11FA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5590" y="489715"/>
            <a:ext cx="1462088" cy="233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9481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13000-DC4A-AF86-4075-E16DC5B69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 descr="Graphical user interface, application, Word&#10;&#10;Description automatically generated">
            <a:extLst>
              <a:ext uri="{FF2B5EF4-FFF2-40B4-BE49-F238E27FC236}">
                <a16:creationId xmlns:a16="http://schemas.microsoft.com/office/drawing/2014/main" id="{A4DFC6BB-1388-7DA8-0933-0A60849612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6725" y="0"/>
            <a:ext cx="11865275" cy="6652591"/>
          </a:xfr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86B1324-8BAF-303C-54AB-F2DBFFE7360E}"/>
              </a:ext>
            </a:extLst>
          </p:cNvPr>
          <p:cNvSpPr/>
          <p:nvPr/>
        </p:nvSpPr>
        <p:spPr>
          <a:xfrm>
            <a:off x="0" y="6095310"/>
            <a:ext cx="2398643" cy="3975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4476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008E4-D9BE-3DE0-9EFF-A89A6A741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6E1B03-4A97-D66D-EFF3-2A9E25B89C8C}"/>
              </a:ext>
            </a:extLst>
          </p:cNvPr>
          <p:cNvSpPr/>
          <p:nvPr/>
        </p:nvSpPr>
        <p:spPr>
          <a:xfrm>
            <a:off x="0" y="6095310"/>
            <a:ext cx="2398643" cy="3975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C2E4F93-1C2B-28FD-0956-F12527F685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30823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787456E-00F1-9469-D75C-EEE8C879F820}"/>
              </a:ext>
            </a:extLst>
          </p:cNvPr>
          <p:cNvSpPr/>
          <p:nvPr/>
        </p:nvSpPr>
        <p:spPr>
          <a:xfrm>
            <a:off x="0" y="6221506"/>
            <a:ext cx="2398643" cy="39756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1964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7E1E4-9C35-2476-FF30-AD99D5A04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D8C752-BA4D-85B7-A721-E139BA8763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240507" cy="6858000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6D2DDCD-2FDB-DE08-F0BB-5C70EC314D63}"/>
              </a:ext>
            </a:extLst>
          </p:cNvPr>
          <p:cNvSpPr/>
          <p:nvPr/>
        </p:nvSpPr>
        <p:spPr>
          <a:xfrm>
            <a:off x="0" y="6140824"/>
            <a:ext cx="2196353" cy="49305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6475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1DDD6-6A4A-917B-8F72-B0F6891CE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E70ADE9-3233-DEEE-8F5B-A57850AAF2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"/>
            <a:ext cx="12235504" cy="6858001"/>
          </a:xfrm>
        </p:spPr>
      </p:pic>
    </p:spTree>
    <p:extLst>
      <p:ext uri="{BB962C8B-B14F-4D97-AF65-F5344CB8AC3E}">
        <p14:creationId xmlns:p14="http://schemas.microsoft.com/office/powerpoint/2010/main" val="42051338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1960</TotalTime>
  <Words>1060</Words>
  <Application>Microsoft Office PowerPoint</Application>
  <PresentationFormat>Widescreen</PresentationFormat>
  <Paragraphs>143</Paragraphs>
  <Slides>30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Arial</vt:lpstr>
      <vt:lpstr>Arial Rounded MT Bold</vt:lpstr>
      <vt:lpstr>Calibri</vt:lpstr>
      <vt:lpstr>Calibri Light</vt:lpstr>
      <vt:lpstr>Courier New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Proposed Solution Web Development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 Ihsan Firdaus</dc:creator>
  <cp:lastModifiedBy>SHOLEH</cp:lastModifiedBy>
  <cp:revision>70</cp:revision>
  <cp:lastPrinted>2023-04-03T08:59:14Z</cp:lastPrinted>
  <dcterms:created xsi:type="dcterms:W3CDTF">2022-05-19T06:10:28Z</dcterms:created>
  <dcterms:modified xsi:type="dcterms:W3CDTF">2025-06-24T10:22:07Z</dcterms:modified>
</cp:coreProperties>
</file>